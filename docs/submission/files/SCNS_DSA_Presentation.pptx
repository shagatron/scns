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fc277d2ac94dcb" /><Relationship Type="http://schemas.openxmlformats.org/officeDocument/2006/relationships/extended-properties" Target="/docProps/app.xml" Id="Rf5085f911c94493a" /><Relationship Type="http://schemas.openxmlformats.org/officeDocument/2006/relationships/officeDocument" Target="/ppt/presentation.xml" Id="R088444a736eb4246" /></Relationships>
</file>

<file path=ppt/presentation.xml><?xml version="1.0" encoding="utf-8"?>
<p:presentation xmlns:p="http://schemas.openxmlformats.org/presentationml/2006/main">
  <p:sldMasterIdLst>
    <p:sldMasterId xmlns:r="http://schemas.openxmlformats.org/officeDocument/2006/relationships" id="2147483648" r:id="Rc101c867ebcd440a"/>
  </p:sldMasterIdLst>
  <p:notesMasterIdLst>
    <p:notesMasterId xmlns:r="http://schemas.openxmlformats.org/officeDocument/2006/relationships" r:id="R552685a815d84fdc"/>
  </p:notesMasterIdLst>
  <p:sldIdLst>
    <p:sldId xmlns:r="http://schemas.openxmlformats.org/officeDocument/2006/relationships" id="256" r:id="R15aaa26a88704ca9"/>
    <p:sldId xmlns:r="http://schemas.openxmlformats.org/officeDocument/2006/relationships" id="257" r:id="R723cb7a4ebe34794"/>
    <p:sldId xmlns:r="http://schemas.openxmlformats.org/officeDocument/2006/relationships" id="258" r:id="R29bbc665e6934889"/>
    <p:sldId xmlns:r="http://schemas.openxmlformats.org/officeDocument/2006/relationships" id="259" r:id="R693a7042e0ad430c"/>
    <p:sldId xmlns:r="http://schemas.openxmlformats.org/officeDocument/2006/relationships" id="260" r:id="R906e6788cbff4b81"/>
    <p:sldId xmlns:r="http://schemas.openxmlformats.org/officeDocument/2006/relationships" id="261" r:id="Rd55d2ebbebf849c9"/>
    <p:sldId xmlns:r="http://schemas.openxmlformats.org/officeDocument/2006/relationships" id="262" r:id="Ra63fc945e2ec4880"/>
    <p:sldId xmlns:r="http://schemas.openxmlformats.org/officeDocument/2006/relationships" id="263" r:id="R3a8f0d7c1a814adb"/>
    <p:sldId xmlns:r="http://schemas.openxmlformats.org/officeDocument/2006/relationships" id="264" r:id="R894b625e7f4d434b"/>
    <p:sldId xmlns:r="http://schemas.openxmlformats.org/officeDocument/2006/relationships" id="265" r:id="R05ad2e2233b34f3b"/>
    <p:sldId xmlns:r="http://schemas.openxmlformats.org/officeDocument/2006/relationships" id="266" r:id="Rd44e22a3efd94c97"/>
    <p:sldId xmlns:r="http://schemas.openxmlformats.org/officeDocument/2006/relationships" id="267" r:id="R4b27a33896a344d3"/>
    <p:sldId xmlns:r="http://schemas.openxmlformats.org/officeDocument/2006/relationships" id="268" r:id="Rfd4156560f6848f5"/>
    <p:sldId xmlns:r="http://schemas.openxmlformats.org/officeDocument/2006/relationships" id="269" r:id="R99c17e76c10f4cc2"/>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b4a1da17944e30" /><Relationship Type="http://schemas.openxmlformats.org/officeDocument/2006/relationships/slideMaster" Target="/ppt/slideMasters/slideMaster1.xml" Id="Rc101c867ebcd440a" /><Relationship Type="http://schemas.openxmlformats.org/officeDocument/2006/relationships/notesMaster" Target="/ppt/notesMasters/notesMaster1.xml" Id="R552685a815d84fdc" /><Relationship Type="http://schemas.openxmlformats.org/officeDocument/2006/relationships/presProps" Target="/ppt/presProps.xml" Id="Rfffe9737e5cd45a0" /><Relationship Type="http://schemas.openxmlformats.org/officeDocument/2006/relationships/tableStyles" Target="/ppt/tableStyles.xml" Id="Rb43738b5ed744a21" /><Relationship Type="http://schemas.openxmlformats.org/officeDocument/2006/relationships/slide" Target="/ppt/slides/slide1.xml" Id="R15aaa26a88704ca9" /><Relationship Type="http://schemas.openxmlformats.org/officeDocument/2006/relationships/slide" Target="/ppt/slides/slide2.xml" Id="R723cb7a4ebe34794" /><Relationship Type="http://schemas.openxmlformats.org/officeDocument/2006/relationships/slide" Target="/ppt/slides/slide3.xml" Id="R29bbc665e6934889" /><Relationship Type="http://schemas.openxmlformats.org/officeDocument/2006/relationships/slide" Target="/ppt/slides/slide4.xml" Id="R693a7042e0ad430c" /><Relationship Type="http://schemas.openxmlformats.org/officeDocument/2006/relationships/slide" Target="/ppt/slides/slide5.xml" Id="R906e6788cbff4b81" /><Relationship Type="http://schemas.openxmlformats.org/officeDocument/2006/relationships/slide" Target="/ppt/slides/slide6.xml" Id="Rd55d2ebbebf849c9" /><Relationship Type="http://schemas.openxmlformats.org/officeDocument/2006/relationships/slide" Target="/ppt/slides/slide7.xml" Id="Ra63fc945e2ec4880" /><Relationship Type="http://schemas.openxmlformats.org/officeDocument/2006/relationships/slide" Target="/ppt/slides/slide8.xml" Id="R3a8f0d7c1a814adb" /><Relationship Type="http://schemas.openxmlformats.org/officeDocument/2006/relationships/slide" Target="/ppt/slides/slide9.xml" Id="R894b625e7f4d434b" /><Relationship Type="http://schemas.openxmlformats.org/officeDocument/2006/relationships/slide" Target="/ppt/slides/slide10.xml" Id="R05ad2e2233b34f3b" /><Relationship Type="http://schemas.openxmlformats.org/officeDocument/2006/relationships/slide" Target="/ppt/slides/slide11.xml" Id="Rd44e22a3efd94c97" /><Relationship Type="http://schemas.openxmlformats.org/officeDocument/2006/relationships/slide" Target="/ppt/slides/slide12.xml" Id="R4b27a33896a344d3" /><Relationship Type="http://schemas.openxmlformats.org/officeDocument/2006/relationships/slide" Target="/ppt/slides/slide13.xml" Id="Rfd4156560f6848f5" /><Relationship Type="http://schemas.openxmlformats.org/officeDocument/2006/relationships/slide" Target="/ppt/slides/slide14.xml" Id="R99c17e76c10f4c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f500a8062c42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f6414f59ac4a7a" /><Relationship Type="http://schemas.openxmlformats.org/officeDocument/2006/relationships/notesMaster" Target="/ppt/notesMasters/notesMaster1.xml" Id="R49ffbe6f80b148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0c5ecf6d004f84" /><Relationship Type="http://schemas.openxmlformats.org/officeDocument/2006/relationships/notesMaster" Target="/ppt/notesMasters/notesMaster1.xml" Id="R14db0abcb88046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7fddd1957940bf" /><Relationship Type="http://schemas.openxmlformats.org/officeDocument/2006/relationships/notesMaster" Target="/ppt/notesMasters/notesMaster1.xml" Id="Rf2c7c21e384b46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bfcf66b29a4915" /><Relationship Type="http://schemas.openxmlformats.org/officeDocument/2006/relationships/notesMaster" Target="/ppt/notesMasters/notesMaster1.xml" Id="R70469164e22d40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d9ed1bd7564c60" /><Relationship Type="http://schemas.openxmlformats.org/officeDocument/2006/relationships/notesMaster" Target="/ppt/notesMasters/notesMaster1.xml" Id="Ra802bfa43c4a47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9d12dfa1a54b4b" /><Relationship Type="http://schemas.openxmlformats.org/officeDocument/2006/relationships/notesMaster" Target="/ppt/notesMasters/notesMaster1.xml" Id="Rfaf8f2e663fb4b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c1114b8ad94f67" /><Relationship Type="http://schemas.openxmlformats.org/officeDocument/2006/relationships/notesMaster" Target="/ppt/notesMasters/notesMaster1.xml" Id="R053ba7a77a974d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7e3fb695534809" /><Relationship Type="http://schemas.openxmlformats.org/officeDocument/2006/relationships/notesMaster" Target="/ppt/notesMasters/notesMaster1.xml" Id="R466d237831e649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6c9642cf034f01" /><Relationship Type="http://schemas.openxmlformats.org/officeDocument/2006/relationships/notesMaster" Target="/ppt/notesMasters/notesMaster1.xml" Id="Ra3bbb3c6c2494d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cce045bb9940c8" /><Relationship Type="http://schemas.openxmlformats.org/officeDocument/2006/relationships/notesMaster" Target="/ppt/notesMasters/notesMaster1.xml" Id="R8a6fa3c57bfd43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8cffd62a38410b" /><Relationship Type="http://schemas.openxmlformats.org/officeDocument/2006/relationships/notesMaster" Target="/ppt/notesMasters/notesMaster1.xml" Id="Rc31667b5d1194a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07c3f6ccbd4564" /><Relationship Type="http://schemas.openxmlformats.org/officeDocument/2006/relationships/notesMaster" Target="/ppt/notesMasters/notesMaster1.xml" Id="R4e7fdd4f405c44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dc2371ce6240d7" /><Relationship Type="http://schemas.openxmlformats.org/officeDocument/2006/relationships/notesMaster" Target="/ppt/notesMasters/notesMaster1.xml" Id="R877148e3a75e47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df04f8920c4bd1" /><Relationship Type="http://schemas.openxmlformats.org/officeDocument/2006/relationships/notesMaster" Target="/ppt/notesMasters/notesMaster1.xml" Id="R1ad735f4365344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SCNS as an application of directed graph modeling and shortest-path search. The first half explains the exact DSA core, followed by the system and demo. The weighted graph on this cover is conceptual and uses illustrative cost units. MUJ outdoor records come from OSM. The indoor building is an original educational example rather than a surveyed MUJ floorplan.</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a:p xmlns:a="http://schemas.openxmlformats.org/drawingml/2006/main">
            <a:r>
              <a:t>https://github.com/shagatron/SCNS/blob/136667f690398ffdb1073222d8acf2cce2ad2638/backend/app/services/educational_indoor.py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vertex is a topological point such as a gate, corridor junction or room-access point. An edge is an explicit directed movement. The directed graph can contain paired edges, but a reverse movement must exist explicitly. Multiple valid source and destination anchors become sets S and T. The objective minimizes the sum of strictly positive eligible edge costs. The adjacency list shown matches the conceptual diagram. Crossing lines and nearby points are not automatically connected. Disconnected or unanchored endpoints can correctly return no route.</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a:p xmlns:a="http://schemas.openxmlformats.org/drawingml/2006/main">
            <a:r>
              <a:t>https://github.com/shagatron/SCNS/blob/136667f690398ffdb1073222d8acf2cce2ad2638/backend/app/routing/mixed.py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structures appear in the actual pure routing engine. adjacency is a defaultdict of outgoing Arc lists. best stores rank tuples and previous stores incoming Arc records. The heap frontier holds rank, serial counter and node. seen rejects duplicate edges. Endpoint and closure sets support membership. Final node and edge lists preserve order for maps and instructions. Dictionary and set costs are expected constant time. heapq uses a list-backed binary heap, so this project does not need a custom tree or linked-list class.</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pseudocode summarizes the actual multi-source engine. The initial ranks have zero primary cost. Source entries are sorted, then heapified in place. A popped stale entry is skipped. Reaching a target updates a terminal candidate using target and source priorities, then skips expanding that terminal. The search still considers equal-primary-cost candidates and stops when the next primary cost exceeds the terminal cost. Relaxation compares full rank tuples, where secondary source and accumulated path priorities never override a lower primary cost. The theorem depends on non-negative weights, while the implementation imposes the stricter positive finite-Arc contract.</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a:p xmlns:a="http://schemas.openxmlformats.org/drawingml/2006/main">
            <a:r>
              <a:t>https://doi.org/10.1007/BF01386390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order rather than just the highlighted result. A discovers B at 4 and C at 2. C improves B to 3 and reaches D at 10. B improves D to 8. Old B at 4 remains in the queue but is stale, so it causes no update. D reaches E at cost 10. The queue can also contain an old D at 10. The exact ordering of equal-cost stale entries is secondary to the valid best-rank checks. previous yields E-D-B-C-A backward, then the engine reverses it. This example was checked with the downloaded production function during report verification.</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expanding C, B at 3, B at 4 and D at 10 may all exist. The heap invariant compares parent and child ranks. In a zero-based list, children are 2i+1 and 2i+2, with parent floor((i-1)/2). The implementation uses lazy updates: improving B adds a new entry instead of searching and decreasing a key. A serial counter avoids comparing payloads when ranks tie. best ranks include cost, source priority, accumulated edge priority and source origin. Target priority joins the terminal comparison. Route reconstruction follows Arc.source backward and reverses the node and edge lists in O(L).</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a:p xmlns:a="http://schemas.openxmlformats.org/drawingml/2006/main">
            <a:r>
              <a:t>https://docs.python.org/3.12/library/heapq.html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BFS is sufficient for the unit-weight educational traversal objective and is used only as an independent reference in the report audit. The application still reuses Dijkstra. DFS can explore reachability but does not guarantee a minimum weighted route. An adjacency matrix uses quadratic storage and can be useful for a dense graph, while the campus graph is sparse. The common binary-heap bound is O((V+E) log V) under simple-graph assumptions. The actual lazy heap permits O(E+S) candidates, giving conservative O((V+E)log(V+E)) search work. Outgoing sorting contributes sum d+ log d+, bounded by O(ElogE), and source sorting adds O(SlogS). No measured latency is claimed.</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a:p xmlns:a="http://schemas.openxmlformats.org/drawingml/2006/main">
            <a:r>
              <a:t>https://github.com/shagatron/SCNS/blob/136667f690398ffdb1073222d8acf2cce2ad2638/backend/app/services/educational_indoor.py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mixed graph passes the chosen optimization cost through Arc.distance_m, but tracks real physical totals separately. Metric shortest uses supported stored metres, allowing estimated outdoor lengths. Directions only assigns one per eligible traversal and can select a physically longer path with fewer edges. Fastest requires supported seconds and does not run in Directions-only mode. The recorded University Entrance to E05 query gives 513.10 metres over 13 edges under metric and 799.32 metres over 9 edges under Directions only. Filter closures and accessibility before search. GPS and QR determine a confirmed start, not a new pathfinding algorithm.</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https://github.com/shagatron/SCNS/blob/136667f690398ffdb1073222d8acf2cce2ad2638/backend/app/routing/mixed.py</a:t>
            </a:r>
          </a:p>
          <a:p xmlns:a="http://schemas.openxmlformats.org/drawingml/2006/main">
            <a:r>
              <a:t>https://github.com/shagatron/SCNS/blob/136667f690398ffdb1073222d8acf2cce2ad2638/docs/testing/educational-indoor-demo.md</a:t>
            </a:r>
          </a:p>
          <a:p xmlns:a="http://schemas.openxmlformats.org/drawingml/2006/main">
            <a:r>
              <a:t>https://github.com/shagatron/SCNS/blob/136667f690398ffdb1073222d8acf2cce2ad2638/docs/operations/geolocation.md</a:t>
            </a:r>
          </a:p>
          <a:p xmlns:a="http://schemas.openxmlformats.org/drawingml/2006/main">
            <a:r>
              <a:t>https://github.com/shagatron/SCNS/blob/136667f690398ffdb1073222d8acf2cce2ad2638/docs/operations/qr-markers.md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React and TypeScript. FastAPI validates requests and assembles the eligible graph. PostgreSQL/PostGIS stores the catalog, topology, revisions and immutable release artifacts. Durable worker jobs also live in PostgreSQL. API and worker share private storage, while the worker claims queued jobs from the database. The diagram does not imply direct API-to-worker messaging. Imports and graph edits change drafts. Validation and review precede publication. Version checks, transactional imports and audits preserve consistency. Public routing reads the selected immutable release, with current restriction eligibility applied. Educational topology is read-only application data, separate from campus releases.</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https://github.com/shagatron/SCNS/blob/136667f690398ffdb1073222d8acf2cce2ad2638/compose.yaml</a:t>
            </a:r>
          </a:p>
          <a:p xmlns:a="http://schemas.openxmlformats.org/drawingml/2006/main">
            <a:r>
              <a:t>https://github.com/shagatron/SCNS/blob/136667f690398ffdb1073222d8acf2cce2ad2638/backend/app/routing/mixed.py</a:t>
            </a:r>
          </a:p>
          <a:p xmlns:a="http://schemas.openxmlformats.org/drawingml/2006/main">
            <a:r>
              <a:t>https://github.com/shagatron/SCNS/blob/136667f690398ffdb1073222d8acf2cce2ad2638/docs/operations/publication.md</a:t>
            </a:r>
          </a:p>
          <a:p xmlns:a="http://schemas.openxmlformats.org/drawingml/2006/main">
            <a:r>
              <a:t>https://github.com/shagatron/SCNS/blob/136667f690398ffdb1073222d8acf2cce2ad2638/docs/operations/imports.md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v2 preparation counts come from the pinned OSM conversion and component inventory, not a live presentation database count. There are 51 buildings, 55 destinations, 295 nodes, 700 directed edges and 22 entrance anchors, with 29 weak components and 33 unanchored destinations. Weak connectivity ignores direction. A footprint or nearby path is not enough to invent an entrance. The current Central Library anchor and hostel-campus crossing remain unsupported for normal public routing. The screenshot is a repository fixture render using simulated MUJ branding metadata. The actual application supports directory search, filtering and pagination, route policies, text directions, QR and user-triggered position confirmation. Preserve OSM attribution.</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https://github.com/shagatron/SCNS/blob/136667f690398ffdb1073222d8acf2cce2ad2638/docs/data/muj-connectivity-v2/README.md</a:t>
            </a:r>
          </a:p>
          <a:p xmlns:a="http://schemas.openxmlformats.org/drawingml/2006/main">
            <a:r>
              <a:t>https://github.com/shagatron/SCNS/blob/136667f690398ffdb1073222d8acf2cce2ad2638/docs/data/muj-connectivity-review.md</a:t>
            </a:r>
          </a:p>
          <a:p xmlns:a="http://schemas.openxmlformats.org/drawingml/2006/main">
            <a:r>
              <a:t>https://github.com/shagatron/SCNS/blob/136667f690398ffdb1073222d8acf2cce2ad2638/frontend/src/features/public/CampusExplorer.tsx</a:t>
            </a:r>
          </a:p>
          <a:p xmlns:a="http://schemas.openxmlformats.org/drawingml/2006/main">
            <a:r>
              <a:t>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MUJ explorer exposes Outdoor and Indoor demo modes in the same map section. The indoor school layout is original and fictional. It includes 15 nodes: seven rooms and eight corridor or stair nodes. Thirteen paired links create 26 directed arcs. Every edge costs one traversal and one room is isolated. Ground and first floor have separate local coordinate frames. A graph edge explicitly connects ground-stairs and first-stairs. Illustration pixels supply rendering positions, not metres. The service reads no campus database or approval records and calls the same pure Dijkstra function.</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https://github.com/shagatron/SCNS/blob/136667f690398ffdb1073222d8acf2cce2ad2638/backend/app/services/educational_indoor.py</a:t>
            </a:r>
          </a:p>
          <a:p xmlns:a="http://schemas.openxmlformats.org/drawingml/2006/main">
            <a:r>
              <a:t>https://github.com/shagatron/SCNS/blob/136667f690398ffdb1073222d8acf2cce2ad2638/frontend/src/features/public/CampusExplorer.tsx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route request carries the source room, destination room and expected graph version. The service rejects stale versions, foreign room IDs and extra unsupported fields. Same-floor A to Library uses three traversals. A to C uses nine with stairs going up, while C to A uses nine going down. A to itself returns zero traversals with unknown physical totals. The isolated room has no path and no highlight. The interface keeps outdoor and indoor choices, results and errors separate and recomputes shared routes after reload. Text directions remain usable when the map is hidden.</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https://github.com/shagatron/SCNS/blob/136667f690398ffdb1073222d8acf2cce2ad2638/backend/app/services/educational_indoor.py</a:t>
            </a:r>
          </a:p>
          <a:p xmlns:a="http://schemas.openxmlformats.org/drawingml/2006/main">
            <a:r>
              <a:t>https://github.com/shagatron/SCNS/blob/136667f690398ffdb1073222d8acf2cce2ad2638/docs/testing/educational-indoor-demo.md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cites the recorded final integrated indoor delivery. Backend 276 units and PostGIS/API 33 are reused for unchanged code. Frontend has 76 passing tests. Browser source evidence provides 91 distinct passing cases across the broad run and corrected affected rerun with one existing skip, not one uninterrupted all-green run. Built Docker has 75 passes and one skip. The report audit independently compared all 49 room pairs to BFS and checked the conceptual weighted example. Neither suite results nor screenshots certify the current Windows database or physical routes. During the live demo, show metric versus traversal policy and then same-floor, cross-floor and isolated-room cases.</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https://github.com/shagatron/SCNS/blob/136667f690398ffdb1073222d8acf2cce2ad2638/docs/testing/educational-indoor-demo.md</a:t>
            </a:r>
          </a:p>
          <a:p xmlns:a="http://schemas.openxmlformats.org/drawingml/2006/main">
            <a:r>
              <a:t>https://github.com/shagatron/SCNS/blob/136667f690398ffdb1073222d8acf2cce2ad2638/backend/app/services/educational_indoor.py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DSA through a working web application. It models movement explicitly, selects eligible arcs, optimizes a stated cost and reconstructs the exact route. The current public dataset is incomplete, and the indoor layout is educational. GPS is a fresh-fix confirmed-start feature rather than continuous tracking. Next work should obtain authorized real MUJ floorplans, current entrance and tunnel evidence and wider device checks. A* is a possible future optimization only if a valid heuristic is available. It is not implemented. The reference source for this deck is SCNS commit 136667f, and the main algorithm sources are the production Dijkstra file, mixed cost service and educational topology service.</a:t>
            </a:r>
          </a:p>
          <a:p xmlns:a="http://schemas.openxmlformats.org/drawingml/2006/main">
            <a:r>
              <a:t/>
            </a:r>
          </a:p>
          <a:p xmlns:a="http://schemas.openxmlformats.org/drawingml/2006/main">
            <a:r>
              <a:t>Sources:</a:t>
            </a:r>
          </a:p>
          <a:p xmlns:a="http://schemas.openxmlformats.org/drawingml/2006/main">
            <a:r>
              <a:t>https://github.com/shagatron/SCNS/blob/136667f690398ffdb1073222d8acf2cce2ad2638/backend/app/routing/dijkstra.py</a:t>
            </a:r>
          </a:p>
          <a:p xmlns:a="http://schemas.openxmlformats.org/drawingml/2006/main">
            <a:r>
              <a:t>https://github.com/shagatron/SCNS/blob/136667f690398ffdb1073222d8acf2cce2ad2638/backend/app/routing/mixed.py</a:t>
            </a:r>
          </a:p>
          <a:p xmlns:a="http://schemas.openxmlformats.org/drawingml/2006/main">
            <a:r>
              <a:t>https://github.com/shagatron/SCNS/blob/136667f690398ffdb1073222d8acf2cce2ad2638/backend/app/services/educational_indoor.py</a:t>
            </a:r>
          </a:p>
          <a:p xmlns:a="http://schemas.openxmlformats.org/drawingml/2006/main">
            <a:r>
              <a:t>https://doi.org/10.1007/BF01386390</a:t>
            </a:r>
          </a:p>
          <a:p xmlns:a="http://schemas.openxmlformats.org/drawingml/2006/main">
            <a:r>
              <a:t>https://docs.python.org/3.12/library/heapq.html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56b53a0984d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02c977dde440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f1139f20d048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e8e6449ae549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b30c21e8074d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469778b2c94c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4F9C1F-8DA5-42F6-9E51-159726F424B2}"/>
              </a:ext>
            </a:extLst>
          </p:cNvPr>
          <p:cNvSpPr>
            <a:spLocks xmlns:a="http://schemas.openxmlformats.org/drawingml/2006/main" noGrp="1"/>
          </p:cNvSpPr>
          <p:nvPr>
            <p:ph type="title" idx="0"/>
          </p:nvPr>
        </p:nvSpPr>
        <p:spPr>
          <a:xfrm xmlns:a="http://schemas.openxmlformats.org/drawingml/2006/main">
            <a:off x="1371600" y="2914650"/>
            <a:ext cx="10972800" cy="1114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00" b="1">
                <a:solidFill>
                  <a:schemeClr val="tx1"/>
                </a:solidFill>
                <a:latin typeface="+mj-lt"/>
                <a:ea typeface="+mj-lt"/>
                <a:cs typeface="+mj-lt"/>
              </a:defRPr>
            </a:defPPr>
            <a:lvl1pPr marL="0" indent="0" algn="ctr">
              <a:lnSpc>
                <a:spcPct val="110000"/>
              </a:lnSpc>
              <a:spcBef>
                <a:spcPts val="0"/>
              </a:spcBef>
              <a:spcAft>
                <a:spcPts val="0"/>
              </a:spcAft>
              <a:buNone/>
              <a:defRPr sz="5400" b="1">
                <a:solidFill>
                  <a:schemeClr val="tx1"/>
                </a:solidFill>
                <a:latin typeface="+mj-lt"/>
                <a:ea typeface="+mj-lt"/>
                <a:cs typeface="+mj-lt"/>
              </a:defRPr>
            </a:lvl1pPr>
            <a:lvl2pPr marL="0" indent="0" algn="ctr">
              <a:lnSpc>
                <a:spcPct val="110000"/>
              </a:lnSpc>
              <a:spcBef>
                <a:spcPts val="0"/>
              </a:spcBef>
              <a:spcAft>
                <a:spcPts val="0"/>
              </a:spcAft>
              <a:buNone/>
              <a:defRPr sz="5400" b="1">
                <a:solidFill>
                  <a:schemeClr val="tx1"/>
                </a:solidFill>
                <a:latin typeface="+mj-lt"/>
                <a:ea typeface="+mj-lt"/>
                <a:cs typeface="+mj-lt"/>
              </a:defRPr>
            </a:lvl2pPr>
            <a:lvl3pPr marL="0" indent="0" algn="ctr">
              <a:lnSpc>
                <a:spcPct val="110000"/>
              </a:lnSpc>
              <a:spcBef>
                <a:spcPts val="0"/>
              </a:spcBef>
              <a:spcAft>
                <a:spcPts val="0"/>
              </a:spcAft>
              <a:buNone/>
              <a:defRPr sz="5400" b="1">
                <a:solidFill>
                  <a:schemeClr val="tx1"/>
                </a:solidFill>
                <a:latin typeface="+mj-lt"/>
                <a:ea typeface="+mj-lt"/>
                <a:cs typeface="+mj-lt"/>
              </a:defRPr>
            </a:lvl3pPr>
            <a:lvl4pPr marL="0" indent="0" algn="ctr">
              <a:lnSpc>
                <a:spcPct val="110000"/>
              </a:lnSpc>
              <a:spcBef>
                <a:spcPts val="0"/>
              </a:spcBef>
              <a:spcAft>
                <a:spcPts val="0"/>
              </a:spcAft>
              <a:buNone/>
              <a:defRPr sz="5400" b="1">
                <a:solidFill>
                  <a:schemeClr val="tx1"/>
                </a:solidFill>
                <a:latin typeface="+mj-lt"/>
                <a:ea typeface="+mj-lt"/>
                <a:cs typeface="+mj-lt"/>
              </a:defRPr>
            </a:lvl4pPr>
            <a:lvl5pPr marL="0" indent="0" algn="ctr">
              <a:lnSpc>
                <a:spcPct val="110000"/>
              </a:lnSpc>
              <a:spcBef>
                <a:spcPts val="0"/>
              </a:spcBef>
              <a:spcAft>
                <a:spcPts val="0"/>
              </a:spcAft>
              <a:buNone/>
              <a:defRPr sz="5400" b="1">
                <a:solidFill>
                  <a:schemeClr val="tx1"/>
                </a:solidFill>
                <a:latin typeface="+mj-lt"/>
                <a:ea typeface="+mj-lt"/>
                <a:cs typeface="+mj-lt"/>
              </a:defRPr>
            </a:lvl5pPr>
            <a:lvl6pPr marL="0" indent="0" algn="ctr">
              <a:lnSpc>
                <a:spcPct val="110000"/>
              </a:lnSpc>
              <a:spcBef>
                <a:spcPts val="0"/>
              </a:spcBef>
              <a:spcAft>
                <a:spcPts val="0"/>
              </a:spcAft>
              <a:buNone/>
              <a:defRPr sz="5400" b="1">
                <a:solidFill>
                  <a:schemeClr val="tx1"/>
                </a:solidFill>
                <a:latin typeface="+mj-lt"/>
                <a:ea typeface="+mj-lt"/>
                <a:cs typeface="+mj-lt"/>
              </a:defRPr>
            </a:lvl6pPr>
            <a:lvl7pPr marL="0" indent="0" algn="ctr">
              <a:lnSpc>
                <a:spcPct val="110000"/>
              </a:lnSpc>
              <a:spcBef>
                <a:spcPts val="0"/>
              </a:spcBef>
              <a:spcAft>
                <a:spcPts val="0"/>
              </a:spcAft>
              <a:buNone/>
              <a:defRPr sz="5400" b="1">
                <a:solidFill>
                  <a:schemeClr val="tx1"/>
                </a:solidFill>
                <a:latin typeface="+mj-lt"/>
                <a:ea typeface="+mj-lt"/>
                <a:cs typeface="+mj-lt"/>
              </a:defRPr>
            </a:lvl7pPr>
            <a:lvl8pPr marL="0" indent="0" algn="ctr">
              <a:lnSpc>
                <a:spcPct val="110000"/>
              </a:lnSpc>
              <a:spcBef>
                <a:spcPts val="0"/>
              </a:spcBef>
              <a:spcAft>
                <a:spcPts val="0"/>
              </a:spcAft>
              <a:buNone/>
              <a:defRPr sz="5400" b="1">
                <a:solidFill>
                  <a:schemeClr val="tx1"/>
                </a:solidFill>
                <a:latin typeface="+mj-lt"/>
                <a:ea typeface="+mj-lt"/>
                <a:cs typeface="+mj-lt"/>
              </a:defRPr>
            </a:lvl8pPr>
            <a:lvl9pPr marL="0" indent="0" algn="ctr">
              <a:lnSpc>
                <a:spcPct val="110000"/>
              </a:lnSpc>
              <a:spcBef>
                <a:spcPts val="0"/>
              </a:spcBef>
              <a:spcAft>
                <a:spcPts val="0"/>
              </a:spcAft>
              <a:buNone/>
              <a:defRPr sz="54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9A0D3C-0393-4DA2-85DE-18BE2D2E22E0}"/>
              </a:ext>
            </a:extLst>
          </p:cNvPr>
          <p:cNvSpPr>
            <a:spLocks xmlns:a="http://schemas.openxmlformats.org/drawingml/2006/main" noGrp="1"/>
          </p:cNvSpPr>
          <p:nvPr>
            <p:ph type="subTitle" idx="1"/>
          </p:nvPr>
        </p:nvSpPr>
        <p:spPr>
          <a:xfrm xmlns:a="http://schemas.openxmlformats.org/drawingml/2006/main">
            <a:off x="2057400" y="4243388"/>
            <a:ext cx="9601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3" b="0">
                <a:solidFill>
                  <a:schemeClr val="tx1"/>
                </a:solidFill>
                <a:latin typeface="+mn-lt"/>
                <a:ea typeface="+mn-lt"/>
                <a:cs typeface="+mn-lt"/>
              </a:defRPr>
            </a:defPPr>
            <a:lvl1pPr marL="0" indent="0" algn="ctr">
              <a:lnSpc>
                <a:spcPct val="110000"/>
              </a:lnSpc>
              <a:spcBef>
                <a:spcPts val="0"/>
              </a:spcBef>
              <a:spcAft>
                <a:spcPts val="0"/>
              </a:spcAft>
              <a:buNone/>
              <a:defRPr sz="2363" b="0">
                <a:solidFill>
                  <a:schemeClr val="tx1"/>
                </a:solidFill>
                <a:latin typeface="+mn-lt"/>
                <a:ea typeface="+mn-lt"/>
                <a:cs typeface="+mn-lt"/>
              </a:defRPr>
            </a:lvl1pPr>
            <a:lvl2pPr marL="0" indent="0" algn="ctr">
              <a:lnSpc>
                <a:spcPct val="110000"/>
              </a:lnSpc>
              <a:spcBef>
                <a:spcPts val="0"/>
              </a:spcBef>
              <a:spcAft>
                <a:spcPts val="0"/>
              </a:spcAft>
              <a:buNone/>
              <a:defRPr sz="2363" b="0">
                <a:solidFill>
                  <a:schemeClr val="tx1"/>
                </a:solidFill>
                <a:latin typeface="+mn-lt"/>
                <a:ea typeface="+mn-lt"/>
                <a:cs typeface="+mn-lt"/>
              </a:defRPr>
            </a:lvl2pPr>
            <a:lvl3pPr marL="0" indent="0" algn="ctr">
              <a:lnSpc>
                <a:spcPct val="110000"/>
              </a:lnSpc>
              <a:spcBef>
                <a:spcPts val="0"/>
              </a:spcBef>
              <a:spcAft>
                <a:spcPts val="0"/>
              </a:spcAft>
              <a:buNone/>
              <a:defRPr sz="2363" b="0">
                <a:solidFill>
                  <a:schemeClr val="tx1"/>
                </a:solidFill>
                <a:latin typeface="+mn-lt"/>
                <a:ea typeface="+mn-lt"/>
                <a:cs typeface="+mn-lt"/>
              </a:defRPr>
            </a:lvl3pPr>
            <a:lvl4pPr marL="0" indent="0" algn="ctr">
              <a:lnSpc>
                <a:spcPct val="110000"/>
              </a:lnSpc>
              <a:spcBef>
                <a:spcPts val="0"/>
              </a:spcBef>
              <a:spcAft>
                <a:spcPts val="0"/>
              </a:spcAft>
              <a:buNone/>
              <a:defRPr sz="2363" b="0">
                <a:solidFill>
                  <a:schemeClr val="tx1"/>
                </a:solidFill>
                <a:latin typeface="+mn-lt"/>
                <a:ea typeface="+mn-lt"/>
                <a:cs typeface="+mn-lt"/>
              </a:defRPr>
            </a:lvl4pPr>
            <a:lvl5pPr marL="0" indent="0" algn="ctr">
              <a:lnSpc>
                <a:spcPct val="110000"/>
              </a:lnSpc>
              <a:spcBef>
                <a:spcPts val="0"/>
              </a:spcBef>
              <a:spcAft>
                <a:spcPts val="0"/>
              </a:spcAft>
              <a:buNone/>
              <a:defRPr sz="2363" b="0">
                <a:solidFill>
                  <a:schemeClr val="tx1"/>
                </a:solidFill>
                <a:latin typeface="+mn-lt"/>
                <a:ea typeface="+mn-lt"/>
                <a:cs typeface="+mn-lt"/>
              </a:defRPr>
            </a:lvl5pPr>
            <a:lvl6pPr marL="0" indent="0" algn="ctr">
              <a:lnSpc>
                <a:spcPct val="110000"/>
              </a:lnSpc>
              <a:spcBef>
                <a:spcPts val="0"/>
              </a:spcBef>
              <a:spcAft>
                <a:spcPts val="0"/>
              </a:spcAft>
              <a:buNone/>
              <a:defRPr sz="2363" b="0">
                <a:solidFill>
                  <a:schemeClr val="tx1"/>
                </a:solidFill>
                <a:latin typeface="+mn-lt"/>
                <a:ea typeface="+mn-lt"/>
                <a:cs typeface="+mn-lt"/>
              </a:defRPr>
            </a:lvl6pPr>
            <a:lvl7pPr marL="0" indent="0" algn="ctr">
              <a:lnSpc>
                <a:spcPct val="110000"/>
              </a:lnSpc>
              <a:spcBef>
                <a:spcPts val="0"/>
              </a:spcBef>
              <a:spcAft>
                <a:spcPts val="0"/>
              </a:spcAft>
              <a:buNone/>
              <a:defRPr sz="2363" b="0">
                <a:solidFill>
                  <a:schemeClr val="tx1"/>
                </a:solidFill>
                <a:latin typeface="+mn-lt"/>
                <a:ea typeface="+mn-lt"/>
                <a:cs typeface="+mn-lt"/>
              </a:defRPr>
            </a:lvl7pPr>
            <a:lvl8pPr marL="0" indent="0" algn="ctr">
              <a:lnSpc>
                <a:spcPct val="110000"/>
              </a:lnSpc>
              <a:spcBef>
                <a:spcPts val="0"/>
              </a:spcBef>
              <a:spcAft>
                <a:spcPts val="0"/>
              </a:spcAft>
              <a:buNone/>
              <a:defRPr sz="2363" b="0">
                <a:solidFill>
                  <a:schemeClr val="tx1"/>
                </a:solidFill>
                <a:latin typeface="+mn-lt"/>
                <a:ea typeface="+mn-lt"/>
                <a:cs typeface="+mn-lt"/>
              </a:defRPr>
            </a:lvl8pPr>
            <a:lvl9pPr marL="0" indent="0" algn="ctr">
              <a:lnSpc>
                <a:spcPct val="110000"/>
              </a:lnSpc>
              <a:spcBef>
                <a:spcPts val="0"/>
              </a:spcBef>
              <a:spcAft>
                <a:spcPts val="0"/>
              </a:spcAft>
              <a:buNone/>
              <a:defRPr sz="236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CB5CE4-7361-4443-B4D7-416C77971D35}"/>
              </a:ext>
            </a:extLst>
          </p:cNvPr>
          <p:cNvSpPr>
            <a:spLocks xmlns:a="http://schemas.openxmlformats.org/drawingml/2006/main" noGrp="1"/>
          </p:cNvSpPr>
          <p:nvPr>
            <p:ph type="title" idx="0"/>
          </p:nvPr>
        </p:nvSpPr>
        <p:spPr>
          <a:xfrm xmlns:a="http://schemas.openxmlformats.org/drawingml/2006/main">
            <a:off x="1371600" y="3214688"/>
            <a:ext cx="10972800" cy="1285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5" b="1">
                <a:solidFill>
                  <a:schemeClr val="tx1"/>
                </a:solidFill>
                <a:latin typeface="+mj-lt"/>
                <a:ea typeface="+mj-lt"/>
                <a:cs typeface="+mj-lt"/>
              </a:defRPr>
            </a:defPPr>
            <a:lvl1pPr marL="0" indent="0" algn="ctr">
              <a:lnSpc>
                <a:spcPct val="110000"/>
              </a:lnSpc>
              <a:spcBef>
                <a:spcPts val="0"/>
              </a:spcBef>
              <a:spcAft>
                <a:spcPts val="0"/>
              </a:spcAft>
              <a:buNone/>
              <a:defRPr sz="4725" b="1">
                <a:solidFill>
                  <a:schemeClr val="tx1"/>
                </a:solidFill>
                <a:latin typeface="+mj-lt"/>
                <a:ea typeface="+mj-lt"/>
                <a:cs typeface="+mj-lt"/>
              </a:defRPr>
            </a:lvl1pPr>
            <a:lvl2pPr marL="0" indent="0" algn="ctr">
              <a:lnSpc>
                <a:spcPct val="110000"/>
              </a:lnSpc>
              <a:spcBef>
                <a:spcPts val="0"/>
              </a:spcBef>
              <a:spcAft>
                <a:spcPts val="0"/>
              </a:spcAft>
              <a:buNone/>
              <a:defRPr sz="4725" b="1">
                <a:solidFill>
                  <a:schemeClr val="tx1"/>
                </a:solidFill>
                <a:latin typeface="+mj-lt"/>
                <a:ea typeface="+mj-lt"/>
                <a:cs typeface="+mj-lt"/>
              </a:defRPr>
            </a:lvl2pPr>
            <a:lvl3pPr marL="0" indent="0" algn="ctr">
              <a:lnSpc>
                <a:spcPct val="110000"/>
              </a:lnSpc>
              <a:spcBef>
                <a:spcPts val="0"/>
              </a:spcBef>
              <a:spcAft>
                <a:spcPts val="0"/>
              </a:spcAft>
              <a:buNone/>
              <a:defRPr sz="4725" b="1">
                <a:solidFill>
                  <a:schemeClr val="tx1"/>
                </a:solidFill>
                <a:latin typeface="+mj-lt"/>
                <a:ea typeface="+mj-lt"/>
                <a:cs typeface="+mj-lt"/>
              </a:defRPr>
            </a:lvl3pPr>
            <a:lvl4pPr marL="0" indent="0" algn="ctr">
              <a:lnSpc>
                <a:spcPct val="110000"/>
              </a:lnSpc>
              <a:spcBef>
                <a:spcPts val="0"/>
              </a:spcBef>
              <a:spcAft>
                <a:spcPts val="0"/>
              </a:spcAft>
              <a:buNone/>
              <a:defRPr sz="4725" b="1">
                <a:solidFill>
                  <a:schemeClr val="tx1"/>
                </a:solidFill>
                <a:latin typeface="+mj-lt"/>
                <a:ea typeface="+mj-lt"/>
                <a:cs typeface="+mj-lt"/>
              </a:defRPr>
            </a:lvl4pPr>
            <a:lvl5pPr marL="0" indent="0" algn="ctr">
              <a:lnSpc>
                <a:spcPct val="110000"/>
              </a:lnSpc>
              <a:spcBef>
                <a:spcPts val="0"/>
              </a:spcBef>
              <a:spcAft>
                <a:spcPts val="0"/>
              </a:spcAft>
              <a:buNone/>
              <a:defRPr sz="4725" b="1">
                <a:solidFill>
                  <a:schemeClr val="tx1"/>
                </a:solidFill>
                <a:latin typeface="+mj-lt"/>
                <a:ea typeface="+mj-lt"/>
                <a:cs typeface="+mj-lt"/>
              </a:defRPr>
            </a:lvl5pPr>
            <a:lvl6pPr marL="0" indent="0" algn="ctr">
              <a:lnSpc>
                <a:spcPct val="110000"/>
              </a:lnSpc>
              <a:spcBef>
                <a:spcPts val="0"/>
              </a:spcBef>
              <a:spcAft>
                <a:spcPts val="0"/>
              </a:spcAft>
              <a:buNone/>
              <a:defRPr sz="4725" b="1">
                <a:solidFill>
                  <a:schemeClr val="tx1"/>
                </a:solidFill>
                <a:latin typeface="+mj-lt"/>
                <a:ea typeface="+mj-lt"/>
                <a:cs typeface="+mj-lt"/>
              </a:defRPr>
            </a:lvl6pPr>
            <a:lvl7pPr marL="0" indent="0" algn="ctr">
              <a:lnSpc>
                <a:spcPct val="110000"/>
              </a:lnSpc>
              <a:spcBef>
                <a:spcPts val="0"/>
              </a:spcBef>
              <a:spcAft>
                <a:spcPts val="0"/>
              </a:spcAft>
              <a:buNone/>
              <a:defRPr sz="4725" b="1">
                <a:solidFill>
                  <a:schemeClr val="tx1"/>
                </a:solidFill>
                <a:latin typeface="+mj-lt"/>
                <a:ea typeface="+mj-lt"/>
                <a:cs typeface="+mj-lt"/>
              </a:defRPr>
            </a:lvl7pPr>
            <a:lvl8pPr marL="0" indent="0" algn="ctr">
              <a:lnSpc>
                <a:spcPct val="110000"/>
              </a:lnSpc>
              <a:spcBef>
                <a:spcPts val="0"/>
              </a:spcBef>
              <a:spcAft>
                <a:spcPts val="0"/>
              </a:spcAft>
              <a:buNone/>
              <a:defRPr sz="4725" b="1">
                <a:solidFill>
                  <a:schemeClr val="tx1"/>
                </a:solidFill>
                <a:latin typeface="+mj-lt"/>
                <a:ea typeface="+mj-lt"/>
                <a:cs typeface="+mj-lt"/>
              </a:defRPr>
            </a:lvl8pPr>
            <a:lvl9pPr marL="0" indent="0" algn="ctr">
              <a:lnSpc>
                <a:spcPct val="110000"/>
              </a:lnSpc>
              <a:spcBef>
                <a:spcPts val="0"/>
              </a:spcBef>
              <a:spcAft>
                <a:spcPts val="0"/>
              </a:spcAft>
              <a:buNone/>
              <a:defRPr sz="472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129DE-1DDA-461E-B65F-D76146641E5F}"/>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6C1126-38FE-463D-8E8A-0A5ED8CFF556}"/>
              </a:ext>
            </a:extLst>
          </p:cNvPr>
          <p:cNvSpPr>
            <a:spLocks xmlns:a="http://schemas.openxmlformats.org/drawingml/2006/main" noGrp="1"/>
          </p:cNvSpPr>
          <p:nvPr>
            <p:ph type="body" idx="1"/>
          </p:nvPr>
        </p:nvSpPr>
        <p:spPr>
          <a:xfrm xmlns:a="http://schemas.openxmlformats.org/drawingml/2006/main">
            <a:off x="771525" y="2143125"/>
            <a:ext cx="121729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C30B6B-934D-497A-AF58-D6150BC50153}"/>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E8A4EA-0B51-40F9-A134-801A93D0E5EE}"/>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5ED88E-0024-40AF-ADFA-9FB44E1632DB}"/>
              </a:ext>
            </a:extLst>
          </p:cNvPr>
          <p:cNvSpPr>
            <a:spLocks xmlns:a="http://schemas.openxmlformats.org/drawingml/2006/main" noGrp="1"/>
          </p:cNvSpPr>
          <p:nvPr>
            <p:ph type="body" idx="2"/>
          </p:nvPr>
        </p:nvSpPr>
        <p:spPr>
          <a:xfrm xmlns:a="http://schemas.openxmlformats.org/drawingml/2006/main">
            <a:off x="72866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4E5544-1D59-4895-A1A0-78178E9C6C38}"/>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44613A-B6E5-491D-B574-F610CBDD4A3D}"/>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1dfac5f2764c4a" /><Relationship Type="http://schemas.openxmlformats.org/officeDocument/2006/relationships/slideLayout" Target="/ppt/slideLayouts/slideLayout1.xml" Id="Ra5f435042dca4411" /><Relationship Type="http://schemas.openxmlformats.org/officeDocument/2006/relationships/slideLayout" Target="/ppt/slideLayouts/slideLayout2.xml" Id="Re40b7e3130df4619" /><Relationship Type="http://schemas.openxmlformats.org/officeDocument/2006/relationships/slideLayout" Target="/ppt/slideLayouts/slideLayout3.xml" Id="Rd9876468a8fe4962" /><Relationship Type="http://schemas.openxmlformats.org/officeDocument/2006/relationships/slideLayout" Target="/ppt/slideLayouts/slideLayout4.xml" Id="R89eae116087748b8" /><Relationship Type="http://schemas.openxmlformats.org/officeDocument/2006/relationships/slideLayout" Target="/ppt/slideLayouts/slideLayout5.xml" Id="Rc612bb264a244d95" /><Relationship Type="http://schemas.openxmlformats.org/officeDocument/2006/relationships/slideLayout" Target="/ppt/slideLayouts/slideLayout6.xml" Id="R079b8496977940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f435042dca4411"/>
    <p:sldLayoutId xmlns:r="http://schemas.openxmlformats.org/officeDocument/2006/relationships" id="2147483650" r:id="Re40b7e3130df4619"/>
    <p:sldLayoutId xmlns:r="http://schemas.openxmlformats.org/officeDocument/2006/relationships" id="2147483651" r:id="Rd9876468a8fe4962"/>
    <p:sldLayoutId xmlns:r="http://schemas.openxmlformats.org/officeDocument/2006/relationships" id="2147483652" r:id="R89eae116087748b8"/>
    <p:sldLayoutId xmlns:r="http://schemas.openxmlformats.org/officeDocument/2006/relationships" id="2147483653" r:id="Rc612bb264a244d95"/>
    <p:sldLayoutId xmlns:r="http://schemas.openxmlformats.org/officeDocument/2006/relationships" id="2147483654" r:id="R079b8496977940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bbacf4424c4214" /><Relationship Type="http://schemas.openxmlformats.org/officeDocument/2006/relationships/notesSlide" Target="/ppt/notesSlides/notesSlide1.xml" Id="R8f598a4d6dbd4d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358dface34448f" /><Relationship Type="http://schemas.openxmlformats.org/officeDocument/2006/relationships/notesSlide" Target="/ppt/notesSlides/notesSlide2.xml" Id="Rd7788478c34c45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9e06fe5cc74010" /><Relationship Type="http://schemas.openxmlformats.org/officeDocument/2006/relationships/notesSlide" Target="/ppt/notesSlides/notesSlide3.xml" Id="R9bd415d25c0541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9c499ac629485f" /><Relationship Type="http://schemas.openxmlformats.org/officeDocument/2006/relationships/notesSlide" Target="/ppt/notesSlides/notesSlide4.xml" Id="R644ae800972443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88374dd4654128" /><Relationship Type="http://schemas.openxmlformats.org/officeDocument/2006/relationships/notesSlide" Target="/ppt/notesSlides/notesSlide5.xml" Id="Rff2c3bdd1ddd43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f57b30c08b413f" /><Relationship Type="http://schemas.openxmlformats.org/officeDocument/2006/relationships/notesSlide" Target="/ppt/notesSlides/notesSlide6.xml" Id="R80f5b251d25143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8cadc2c55a4535" /><Relationship Type="http://schemas.openxmlformats.org/officeDocument/2006/relationships/notesSlide" Target="/ppt/notesSlides/notesSlide7.xml" Id="R8ceb905e82c14f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ae2e6bec664212" /><Relationship Type="http://schemas.openxmlformats.org/officeDocument/2006/relationships/notesSlide" Target="/ppt/notesSlides/notesSlide8.xml" Id="R2e82b00a77b844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259e25e62d49a2" /><Relationship Type="http://schemas.openxmlformats.org/officeDocument/2006/relationships/notesSlide" Target="/ppt/notesSlides/notesSlide9.xml" Id="R20d34b4d4d5c42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66b51ea3a9349dd" /><Relationship Type="http://schemas.openxmlformats.org/officeDocument/2006/relationships/image" Target="/ppt/media/image.png" Id="R8ac70004e3c04e51" /><Relationship Type="http://schemas.openxmlformats.org/officeDocument/2006/relationships/notesSlide" Target="/ppt/notesSlides/notesSlide10.xml" Id="Ra07e6f1d6ffa4b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785d2ad87494465" /><Relationship Type="http://schemas.openxmlformats.org/officeDocument/2006/relationships/image" Target="/ppt/media/image2.png" Id="R3e6266e1cc5a4ca0" /><Relationship Type="http://schemas.openxmlformats.org/officeDocument/2006/relationships/notesSlide" Target="/ppt/notesSlides/notesSlide11.xml" Id="Rb44e1a2675b549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47e563230224983" /><Relationship Type="http://schemas.openxmlformats.org/officeDocument/2006/relationships/image" Target="/ppt/media/image3.png" Id="R17101c0641884ae6" /><Relationship Type="http://schemas.openxmlformats.org/officeDocument/2006/relationships/notesSlide" Target="/ppt/notesSlides/notesSlide12.xml" Id="Re7cf5015eea048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47035b282724364" /><Relationship Type="http://schemas.openxmlformats.org/officeDocument/2006/relationships/notesSlide" Target="/ppt/notesSlides/notesSlide13.xml" Id="Rde8a7992117742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73aa379fa2464d" /><Relationship Type="http://schemas.openxmlformats.org/officeDocument/2006/relationships/hyperlink" Target="https://github.com/shagatron/SCNS" TargetMode="External" Id="R24f83f5ac00048ab" /><Relationship Type="http://schemas.openxmlformats.org/officeDocument/2006/relationships/notesSlide" Target="/ppt/notesSlides/notesSlide14.xml" Id="R178a816fcc1147c3" /></Relationships>
</file>

<file path=ppt/slides/slide1.xml><?xml version="1.0" encoding="utf-8"?>
<p:sld xmlns:p="http://schemas.openxmlformats.org/presentationml/2006/main">
  <p:cSld>
    <p:bg>
      <p:bgPr>
        <a:solidFill xmlns:a="http://schemas.openxmlformats.org/drawingml/2006/main">
          <a:srgbClr val="0A202D"/>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A7307E4E-67B0-4CC5-ADC2-1FCB32466BB2}"/>
              </a:ext>
            </a:extLst>
          </p:cNvPr>
          <p:cNvCxnSpPr>
            <a:stCxn xmlns:a="http://schemas.openxmlformats.org/drawingml/2006/main" id="7" idx="6"/>
            <a:endCxn xmlns:a="http://schemas.openxmlformats.org/drawingml/2006/main" id="8" idx="2"/>
          </p:cNvCxnSpPr>
          <p:nvPr/>
        </p:nvCxnSpPr>
        <p:spPr>
          <a:xfrm xmlns:a="http://schemas.openxmlformats.org/drawingml/2006/main">
            <a:off x="11162348" y="3222784"/>
            <a:ext cx="909161" cy="0"/>
          </a:xfrm>
          <a:prstGeom xmlns:a="http://schemas.openxmlformats.org/drawingml/2006/main" prst="straightConnector1">
            <a:avLst/>
          </a:prstGeom>
          <a:ln xmlns:a="http://schemas.openxmlformats.org/drawingml/2006/main" w="38100">
            <a:solidFill>
              <a:srgbClr val="E3AF69"/>
            </a:solidFill>
            <a:prstDash val="solid"/>
            <a:headEnd type="none" w="med" len="med"/>
            <a:tailEnd type="triangle" w="med" len="med"/>
          </a:ln>
        </p:spPr>
      </p:cxnSp>
      <p:cxnSp>
        <p:nvCxnSpPr>
          <p:cNvPr id="17" name="">
            <a:extLst xmlns:a="http://schemas.openxmlformats.org/drawingml/2006/main">
              <a:ext uri="{FF2B5EF4-FFF2-40B4-BE49-F238E27FC236}">
                <a16:creationId xmlns:a16="http://schemas.microsoft.com/office/drawing/2014/main" id="{1AFEFBDD-DA73-4EF0-9530-C614BF20C7DF}"/>
              </a:ext>
            </a:extLst>
          </p:cNvPr>
          <p:cNvCxnSpPr>
            <a:stCxn xmlns:a="http://schemas.openxmlformats.org/drawingml/2006/main" id="6" idx="7"/>
            <a:endCxn xmlns:a="http://schemas.openxmlformats.org/drawingml/2006/main" id="7" idx="3"/>
          </p:cNvCxnSpPr>
          <p:nvPr/>
        </p:nvCxnSpPr>
        <p:spPr>
          <a:xfrm xmlns:a="http://schemas.openxmlformats.org/drawingml/2006/main" flipV="1">
            <a:off x="9590789" y="3390490"/>
            <a:ext cx="1166680" cy="613277"/>
          </a:xfrm>
          <a:prstGeom xmlns:a="http://schemas.openxmlformats.org/drawingml/2006/main" prst="straightConnector1">
            <a:avLst/>
          </a:prstGeom>
          <a:ln xmlns:a="http://schemas.openxmlformats.org/drawingml/2006/main" w="23813">
            <a:solidFill>
              <a:srgbClr val="8BD2D4"/>
            </a:solidFill>
            <a:prstDash val="solid"/>
            <a:headEnd type="none" w="med" len="med"/>
            <a:tailEnd type="triangle" w="med" len="med"/>
          </a:ln>
        </p:spPr>
      </p:cxnSp>
      <p:cxnSp>
        <p:nvCxnSpPr>
          <p:cNvPr id="15" name="">
            <a:extLst xmlns:a="http://schemas.openxmlformats.org/drawingml/2006/main">
              <a:ext uri="{FF2B5EF4-FFF2-40B4-BE49-F238E27FC236}">
                <a16:creationId xmlns:a16="http://schemas.microsoft.com/office/drawing/2014/main" id="{2145037B-6573-494A-B1F5-8B2E4A3F38C0}"/>
              </a:ext>
            </a:extLst>
          </p:cNvPr>
          <p:cNvCxnSpPr>
            <a:stCxn xmlns:a="http://schemas.openxmlformats.org/drawingml/2006/main" id="5" idx="5"/>
            <a:endCxn xmlns:a="http://schemas.openxmlformats.org/drawingml/2006/main" id="7" idx="1"/>
          </p:cNvCxnSpPr>
          <p:nvPr/>
        </p:nvCxnSpPr>
        <p:spPr>
          <a:xfrm xmlns:a="http://schemas.openxmlformats.org/drawingml/2006/main">
            <a:off x="9590789" y="2481329"/>
            <a:ext cx="1166680" cy="573748"/>
          </a:xfrm>
          <a:prstGeom xmlns:a="http://schemas.openxmlformats.org/drawingml/2006/main" prst="straightConnector1">
            <a:avLst/>
          </a:prstGeom>
          <a:ln xmlns:a="http://schemas.openxmlformats.org/drawingml/2006/main" w="38100">
            <a:solidFill>
              <a:srgbClr val="E3AF69"/>
            </a:solidFill>
            <a:prstDash val="solid"/>
            <a:headEnd type="none" w="med" len="med"/>
            <a:tailEnd type="triangle" w="med" len="med"/>
          </a:ln>
        </p:spPr>
      </p:cxnSp>
      <p:cxnSp>
        <p:nvCxnSpPr>
          <p:cNvPr id="13" name="">
            <a:extLst xmlns:a="http://schemas.openxmlformats.org/drawingml/2006/main">
              <a:ext uri="{FF2B5EF4-FFF2-40B4-BE49-F238E27FC236}">
                <a16:creationId xmlns:a16="http://schemas.microsoft.com/office/drawing/2014/main" id="{D6AC8596-FCE8-4225-A0C1-ADDBC0256B0A}"/>
              </a:ext>
            </a:extLst>
          </p:cNvPr>
          <p:cNvCxnSpPr>
            <a:stCxn xmlns:a="http://schemas.openxmlformats.org/drawingml/2006/main" id="6" idx="0"/>
            <a:endCxn xmlns:a="http://schemas.openxmlformats.org/drawingml/2006/main" id="5" idx="4"/>
          </p:cNvCxnSpPr>
          <p:nvPr/>
        </p:nvCxnSpPr>
        <p:spPr>
          <a:xfrm xmlns:a="http://schemas.openxmlformats.org/drawingml/2006/main" flipV="1">
            <a:off x="9423083" y="2550795"/>
            <a:ext cx="0" cy="1383506"/>
          </a:xfrm>
          <a:prstGeom xmlns:a="http://schemas.openxmlformats.org/drawingml/2006/main" prst="straightConnector1">
            <a:avLst/>
          </a:prstGeom>
          <a:ln xmlns:a="http://schemas.openxmlformats.org/drawingml/2006/main" w="38100">
            <a:solidFill>
              <a:srgbClr val="E3AF69"/>
            </a:solidFill>
            <a:prstDash val="solid"/>
            <a:headEnd type="none" w="med" len="med"/>
            <a:tailEnd type="triangle" w="med" len="med"/>
          </a:ln>
        </p:spPr>
      </p:cxnSp>
      <p:cxnSp>
        <p:nvCxnSpPr>
          <p:cNvPr id="11" name="">
            <a:extLst xmlns:a="http://schemas.openxmlformats.org/drawingml/2006/main">
              <a:ext uri="{FF2B5EF4-FFF2-40B4-BE49-F238E27FC236}">
                <a16:creationId xmlns:a16="http://schemas.microsoft.com/office/drawing/2014/main" id="{FC82D9CE-1EF5-4E80-8CE7-2FDC6A472178}"/>
              </a:ext>
            </a:extLst>
          </p:cNvPr>
          <p:cNvCxnSpPr>
            <a:stCxn xmlns:a="http://schemas.openxmlformats.org/drawingml/2006/main" id="4" idx="5"/>
            <a:endCxn xmlns:a="http://schemas.openxmlformats.org/drawingml/2006/main" id="6" idx="1"/>
          </p:cNvCxnSpPr>
          <p:nvPr/>
        </p:nvCxnSpPr>
        <p:spPr>
          <a:xfrm xmlns:a="http://schemas.openxmlformats.org/drawingml/2006/main">
            <a:off x="8167754" y="3390490"/>
            <a:ext cx="1087622" cy="613277"/>
          </a:xfrm>
          <a:prstGeom xmlns:a="http://schemas.openxmlformats.org/drawingml/2006/main" prst="straightConnector1">
            <a:avLst/>
          </a:prstGeom>
          <a:ln xmlns:a="http://schemas.openxmlformats.org/drawingml/2006/main" w="38100">
            <a:solidFill>
              <a:srgbClr val="E3AF69"/>
            </a:solidFill>
            <a:prstDash val="solid"/>
            <a:headEnd type="none" w="med" len="med"/>
            <a:tailEnd type="triangle" w="med" len="med"/>
          </a:ln>
        </p:spPr>
      </p:cxnSp>
      <p:cxnSp>
        <p:nvCxnSpPr>
          <p:cNvPr id="9" name="">
            <a:extLst xmlns:a="http://schemas.openxmlformats.org/drawingml/2006/main">
              <a:ext uri="{FF2B5EF4-FFF2-40B4-BE49-F238E27FC236}">
                <a16:creationId xmlns:a16="http://schemas.microsoft.com/office/drawing/2014/main" id="{BF75A1CC-9382-451B-9953-30031D658962}"/>
              </a:ext>
            </a:extLst>
          </p:cNvPr>
          <p:cNvCxnSpPr>
            <a:stCxn xmlns:a="http://schemas.openxmlformats.org/drawingml/2006/main" id="4" idx="7"/>
            <a:endCxn xmlns:a="http://schemas.openxmlformats.org/drawingml/2006/main" id="5" idx="3"/>
          </p:cNvCxnSpPr>
          <p:nvPr/>
        </p:nvCxnSpPr>
        <p:spPr>
          <a:xfrm xmlns:a="http://schemas.openxmlformats.org/drawingml/2006/main" flipV="1">
            <a:off x="8167754" y="2481329"/>
            <a:ext cx="1087622" cy="573748"/>
          </a:xfrm>
          <a:prstGeom xmlns:a="http://schemas.openxmlformats.org/drawingml/2006/main" prst="straightConnector1">
            <a:avLst/>
          </a:prstGeom>
          <a:ln xmlns:a="http://schemas.openxmlformats.org/drawingml/2006/main" w="23813">
            <a:solidFill>
              <a:srgbClr val="8BD2D4"/>
            </a:solidFill>
            <a:prstDash val="solid"/>
            <a:headEnd type="none" w="med" len="med"/>
            <a:tailEnd type="triangle" w="med" len="med"/>
          </a:ln>
        </p:spPr>
      </p:cxnSp>
      <p:sp>
        <p:nvSpPr>
          <p:cNvPr id="24" name="text-0">
            <a:extLst xmlns:a="http://schemas.openxmlformats.org/drawingml/2006/main">
              <a:ext uri="{FF2B5EF4-FFF2-40B4-BE49-F238E27FC236}">
                <a16:creationId xmlns:a16="http://schemas.microsoft.com/office/drawing/2014/main" id="{C3518BB5-2DDD-47D7-BC30-A8F4EDD0AEA3}"/>
              </a:ext>
            </a:extLst>
          </p:cNvPr>
          <p:cNvSpPr>
            <a:spLocks xmlns:a="http://schemas.openxmlformats.org/drawingml/2006/main" noGrp="1"/>
          </p:cNvSpPr>
          <p:nvPr/>
        </p:nvSpPr>
        <p:spPr>
          <a:xfrm xmlns:a="http://schemas.openxmlformats.org/drawingml/2006/main">
            <a:off x="685800" y="762000"/>
            <a:ext cx="5905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400" b="1">
                <a:solidFill>
                  <a:srgbClr val="E3AF69"/>
                </a:solidFill>
                <a:latin typeface="Bitstream Charter"/>
                <a:ea typeface="Bitstream Charter"/>
                <a:cs typeface="Bitstream Charter"/>
              </a:defRPr>
            </a:defPPr>
            <a:lvl1pPr algn="l">
              <a:defRPr sz="8400" b="1">
                <a:solidFill>
                  <a:srgbClr val="E3AF69"/>
                </a:solidFill>
                <a:latin typeface="Bitstream Charter"/>
                <a:ea typeface="Bitstream Charter"/>
                <a:cs typeface="Bitstream Charter"/>
              </a:defRPr>
            </a:lvl1pPr>
            <a:lvl2pPr algn="l">
              <a:defRPr sz="8400" b="1">
                <a:solidFill>
                  <a:srgbClr val="E3AF69"/>
                </a:solidFill>
                <a:latin typeface="Bitstream Charter"/>
                <a:ea typeface="Bitstream Charter"/>
                <a:cs typeface="Bitstream Charter"/>
              </a:defRPr>
            </a:lvl2pPr>
            <a:lvl3pPr algn="l">
              <a:defRPr sz="8400" b="1">
                <a:solidFill>
                  <a:srgbClr val="E3AF69"/>
                </a:solidFill>
                <a:latin typeface="Bitstream Charter"/>
                <a:ea typeface="Bitstream Charter"/>
                <a:cs typeface="Bitstream Charter"/>
              </a:defRPr>
            </a:lvl3pPr>
            <a:lvl4pPr algn="l">
              <a:defRPr sz="8400" b="1">
                <a:solidFill>
                  <a:srgbClr val="E3AF69"/>
                </a:solidFill>
                <a:latin typeface="Bitstream Charter"/>
                <a:ea typeface="Bitstream Charter"/>
                <a:cs typeface="Bitstream Charter"/>
              </a:defRPr>
            </a:lvl4pPr>
            <a:lvl5pPr algn="l">
              <a:defRPr sz="8400" b="1">
                <a:solidFill>
                  <a:srgbClr val="E3AF69"/>
                </a:solidFill>
                <a:latin typeface="Bitstream Charter"/>
                <a:ea typeface="Bitstream Charter"/>
                <a:cs typeface="Bitstream Charter"/>
              </a:defRPr>
            </a:lvl5pPr>
            <a:lvl6pPr algn="l">
              <a:defRPr sz="8400" b="1">
                <a:solidFill>
                  <a:srgbClr val="E3AF69"/>
                </a:solidFill>
                <a:latin typeface="Bitstream Charter"/>
                <a:ea typeface="Bitstream Charter"/>
                <a:cs typeface="Bitstream Charter"/>
              </a:defRPr>
            </a:lvl6pPr>
            <a:lvl7pPr algn="l">
              <a:defRPr sz="8400" b="1">
                <a:solidFill>
                  <a:srgbClr val="E3AF69"/>
                </a:solidFill>
                <a:latin typeface="Bitstream Charter"/>
                <a:ea typeface="Bitstream Charter"/>
                <a:cs typeface="Bitstream Charter"/>
              </a:defRPr>
            </a:lvl7pPr>
            <a:lvl8pPr algn="l">
              <a:defRPr sz="8400" b="1">
                <a:solidFill>
                  <a:srgbClr val="E3AF69"/>
                </a:solidFill>
                <a:latin typeface="Bitstream Charter"/>
                <a:ea typeface="Bitstream Charter"/>
                <a:cs typeface="Bitstream Charter"/>
              </a:defRPr>
            </a:lvl8pPr>
            <a:lvl9pPr algn="l">
              <a:defRPr sz="8400" b="1">
                <a:solidFill>
                  <a:srgbClr val="E3AF69"/>
                </a:solidFill>
                <a:latin typeface="Bitstream Charter"/>
                <a:ea typeface="Bitstream Charter"/>
                <a:cs typeface="Bitstream Charter"/>
              </a:defRPr>
            </a:lvl9pPr>
          </a:lstStyle>
          <a:p xmlns:a="http://schemas.openxmlformats.org/drawingml/2006/main">
            <a:pPr algn="l">
              <a:defRPr sz="8400" b="1">
                <a:solidFill>
                  <a:srgbClr val="E3AF69"/>
                </a:solidFill>
                <a:latin typeface="Bitstream Charter"/>
                <a:ea typeface="Bitstream Charter"/>
                <a:cs typeface="Bitstream Charter"/>
              </a:defRPr>
            </a:pPr>
            <a:r>
              <a:rPr sz="8400" b="1">
                <a:solidFill>
                  <a:srgbClr val="E3AF69"/>
                </a:solidFill>
                <a:latin typeface="Bitstream Charter"/>
                <a:ea typeface="Bitstream Charter"/>
                <a:cs typeface="Bitstream Charter"/>
              </a:rPr>
              <a:t>SCNS</a:t>
            </a:r>
          </a:p>
        </p:txBody>
      </p:sp>
      <p:sp>
        <p:nvSpPr>
          <p:cNvPr id="2" name="text-1">
            <a:extLst xmlns:a="http://schemas.openxmlformats.org/drawingml/2006/main">
              <a:ext uri="{FF2B5EF4-FFF2-40B4-BE49-F238E27FC236}">
                <a16:creationId xmlns:a16="http://schemas.microsoft.com/office/drawing/2014/main" id="{6EAF9DA1-4A76-431C-8D17-ACD28AFE23E7}"/>
              </a:ext>
            </a:extLst>
          </p:cNvPr>
          <p:cNvSpPr>
            <a:spLocks xmlns:a="http://schemas.openxmlformats.org/drawingml/2006/main" noGrp="1"/>
          </p:cNvSpPr>
          <p:nvPr/>
        </p:nvSpPr>
        <p:spPr>
          <a:xfrm xmlns:a="http://schemas.openxmlformats.org/drawingml/2006/main">
            <a:off x="723900" y="228600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1">
                <a:solidFill>
                  <a:srgbClr val="F8FAF8"/>
                </a:solidFill>
                <a:latin typeface="Bitstream Charter"/>
                <a:ea typeface="Bitstream Charter"/>
                <a:cs typeface="Bitstream Charter"/>
              </a:defRPr>
            </a:defPPr>
            <a:lvl1pPr algn="l">
              <a:defRPr sz="4575" b="1">
                <a:solidFill>
                  <a:srgbClr val="F8FAF8"/>
                </a:solidFill>
                <a:latin typeface="Bitstream Charter"/>
                <a:ea typeface="Bitstream Charter"/>
                <a:cs typeface="Bitstream Charter"/>
              </a:defRPr>
            </a:lvl1pPr>
            <a:lvl2pPr algn="l">
              <a:defRPr sz="4575" b="1">
                <a:solidFill>
                  <a:srgbClr val="F8FAF8"/>
                </a:solidFill>
                <a:latin typeface="Bitstream Charter"/>
                <a:ea typeface="Bitstream Charter"/>
                <a:cs typeface="Bitstream Charter"/>
              </a:defRPr>
            </a:lvl2pPr>
            <a:lvl3pPr algn="l">
              <a:defRPr sz="4575" b="1">
                <a:solidFill>
                  <a:srgbClr val="F8FAF8"/>
                </a:solidFill>
                <a:latin typeface="Bitstream Charter"/>
                <a:ea typeface="Bitstream Charter"/>
                <a:cs typeface="Bitstream Charter"/>
              </a:defRPr>
            </a:lvl3pPr>
            <a:lvl4pPr algn="l">
              <a:defRPr sz="4575" b="1">
                <a:solidFill>
                  <a:srgbClr val="F8FAF8"/>
                </a:solidFill>
                <a:latin typeface="Bitstream Charter"/>
                <a:ea typeface="Bitstream Charter"/>
                <a:cs typeface="Bitstream Charter"/>
              </a:defRPr>
            </a:lvl4pPr>
            <a:lvl5pPr algn="l">
              <a:defRPr sz="4575" b="1">
                <a:solidFill>
                  <a:srgbClr val="F8FAF8"/>
                </a:solidFill>
                <a:latin typeface="Bitstream Charter"/>
                <a:ea typeface="Bitstream Charter"/>
                <a:cs typeface="Bitstream Charter"/>
              </a:defRPr>
            </a:lvl5pPr>
            <a:lvl6pPr algn="l">
              <a:defRPr sz="4575" b="1">
                <a:solidFill>
                  <a:srgbClr val="F8FAF8"/>
                </a:solidFill>
                <a:latin typeface="Bitstream Charter"/>
                <a:ea typeface="Bitstream Charter"/>
                <a:cs typeface="Bitstream Charter"/>
              </a:defRPr>
            </a:lvl6pPr>
            <a:lvl7pPr algn="l">
              <a:defRPr sz="4575" b="1">
                <a:solidFill>
                  <a:srgbClr val="F8FAF8"/>
                </a:solidFill>
                <a:latin typeface="Bitstream Charter"/>
                <a:ea typeface="Bitstream Charter"/>
                <a:cs typeface="Bitstream Charter"/>
              </a:defRPr>
            </a:lvl7pPr>
            <a:lvl8pPr algn="l">
              <a:defRPr sz="4575" b="1">
                <a:solidFill>
                  <a:srgbClr val="F8FAF8"/>
                </a:solidFill>
                <a:latin typeface="Bitstream Charter"/>
                <a:ea typeface="Bitstream Charter"/>
                <a:cs typeface="Bitstream Charter"/>
              </a:defRPr>
            </a:lvl8pPr>
            <a:lvl9pPr algn="l">
              <a:defRPr sz="4575" b="1">
                <a:solidFill>
                  <a:srgbClr val="F8FAF8"/>
                </a:solidFill>
                <a:latin typeface="Bitstream Charter"/>
                <a:ea typeface="Bitstream Charter"/>
                <a:cs typeface="Bitstream Charter"/>
              </a:defRPr>
            </a:lvl9pPr>
          </a:lstStyle>
          <a:p xmlns:a="http://schemas.openxmlformats.org/drawingml/2006/main">
            <a:pPr algn="l">
              <a:defRPr sz="4575" b="1">
                <a:solidFill>
                  <a:srgbClr val="F8FAF8"/>
                </a:solidFill>
                <a:latin typeface="Bitstream Charter"/>
                <a:ea typeface="Bitstream Charter"/>
                <a:cs typeface="Bitstream Charter"/>
              </a:defRPr>
            </a:pPr>
            <a:r>
              <a:rPr sz="4575" b="1">
                <a:solidFill>
                  <a:srgbClr val="F8FAF8"/>
                </a:solidFill>
                <a:latin typeface="Bitstream Charter"/>
                <a:ea typeface="Bitstream Charter"/>
                <a:cs typeface="Bitstream Charter"/>
              </a:rPr>
              <a:t>Smart Campus</a:t>
            </a:r>
          </a:p>
          <a:p xmlns:a="http://schemas.openxmlformats.org/drawingml/2006/main">
            <a:pPr algn="l">
              <a:defRPr sz="4575" b="1">
                <a:solidFill>
                  <a:srgbClr val="F8FAF8"/>
                </a:solidFill>
                <a:latin typeface="Bitstream Charter"/>
                <a:ea typeface="Bitstream Charter"/>
                <a:cs typeface="Bitstream Charter"/>
              </a:defRPr>
            </a:pPr>
            <a:r>
              <a:rPr sz="4575" b="1">
                <a:solidFill>
                  <a:srgbClr val="F8FAF8"/>
                </a:solidFill>
                <a:latin typeface="Bitstream Charter"/>
                <a:ea typeface="Bitstream Charter"/>
                <a:cs typeface="Bitstream Charter"/>
              </a:rPr>
              <a:t>Navigation System</a:t>
            </a:r>
          </a:p>
        </p:txBody>
      </p:sp>
      <p:sp>
        <p:nvSpPr>
          <p:cNvPr id="3" name="text-2">
            <a:extLst xmlns:a="http://schemas.openxmlformats.org/drawingml/2006/main">
              <a:ext uri="{FF2B5EF4-FFF2-40B4-BE49-F238E27FC236}">
                <a16:creationId xmlns:a16="http://schemas.microsoft.com/office/drawing/2014/main" id="{46464BB3-4050-488C-BEC4-DF1EBCEFBBBA}"/>
              </a:ext>
            </a:extLst>
          </p:cNvPr>
          <p:cNvSpPr>
            <a:spLocks xmlns:a="http://schemas.openxmlformats.org/drawingml/2006/main" noGrp="1"/>
          </p:cNvSpPr>
          <p:nvPr/>
        </p:nvSpPr>
        <p:spPr>
          <a:xfrm xmlns:a="http://schemas.openxmlformats.org/drawingml/2006/main">
            <a:off x="742950" y="4229100"/>
            <a:ext cx="609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8BD2D4"/>
                </a:solidFill>
                <a:latin typeface="DejaVu Sans"/>
                <a:ea typeface="DejaVu Sans"/>
                <a:cs typeface="DejaVu Sans"/>
              </a:defRPr>
            </a:defPPr>
            <a:lvl1pPr algn="l">
              <a:defRPr sz="2325" b="0">
                <a:solidFill>
                  <a:srgbClr val="8BD2D4"/>
                </a:solidFill>
                <a:latin typeface="DejaVu Sans"/>
                <a:ea typeface="DejaVu Sans"/>
                <a:cs typeface="DejaVu Sans"/>
              </a:defRPr>
            </a:lvl1pPr>
            <a:lvl2pPr algn="l">
              <a:defRPr sz="2325" b="0">
                <a:solidFill>
                  <a:srgbClr val="8BD2D4"/>
                </a:solidFill>
                <a:latin typeface="DejaVu Sans"/>
                <a:ea typeface="DejaVu Sans"/>
                <a:cs typeface="DejaVu Sans"/>
              </a:defRPr>
            </a:lvl2pPr>
            <a:lvl3pPr algn="l">
              <a:defRPr sz="2325" b="0">
                <a:solidFill>
                  <a:srgbClr val="8BD2D4"/>
                </a:solidFill>
                <a:latin typeface="DejaVu Sans"/>
                <a:ea typeface="DejaVu Sans"/>
                <a:cs typeface="DejaVu Sans"/>
              </a:defRPr>
            </a:lvl3pPr>
            <a:lvl4pPr algn="l">
              <a:defRPr sz="2325" b="0">
                <a:solidFill>
                  <a:srgbClr val="8BD2D4"/>
                </a:solidFill>
                <a:latin typeface="DejaVu Sans"/>
                <a:ea typeface="DejaVu Sans"/>
                <a:cs typeface="DejaVu Sans"/>
              </a:defRPr>
            </a:lvl4pPr>
            <a:lvl5pPr algn="l">
              <a:defRPr sz="2325" b="0">
                <a:solidFill>
                  <a:srgbClr val="8BD2D4"/>
                </a:solidFill>
                <a:latin typeface="DejaVu Sans"/>
                <a:ea typeface="DejaVu Sans"/>
                <a:cs typeface="DejaVu Sans"/>
              </a:defRPr>
            </a:lvl5pPr>
            <a:lvl6pPr algn="l">
              <a:defRPr sz="2325" b="0">
                <a:solidFill>
                  <a:srgbClr val="8BD2D4"/>
                </a:solidFill>
                <a:latin typeface="DejaVu Sans"/>
                <a:ea typeface="DejaVu Sans"/>
                <a:cs typeface="DejaVu Sans"/>
              </a:defRPr>
            </a:lvl6pPr>
            <a:lvl7pPr algn="l">
              <a:defRPr sz="2325" b="0">
                <a:solidFill>
                  <a:srgbClr val="8BD2D4"/>
                </a:solidFill>
                <a:latin typeface="DejaVu Sans"/>
                <a:ea typeface="DejaVu Sans"/>
                <a:cs typeface="DejaVu Sans"/>
              </a:defRPr>
            </a:lvl7pPr>
            <a:lvl8pPr algn="l">
              <a:defRPr sz="2325" b="0">
                <a:solidFill>
                  <a:srgbClr val="8BD2D4"/>
                </a:solidFill>
                <a:latin typeface="DejaVu Sans"/>
                <a:ea typeface="DejaVu Sans"/>
                <a:cs typeface="DejaVu Sans"/>
              </a:defRPr>
            </a:lvl8pPr>
            <a:lvl9pPr algn="l">
              <a:defRPr sz="2325" b="0">
                <a:solidFill>
                  <a:srgbClr val="8BD2D4"/>
                </a:solidFill>
                <a:latin typeface="DejaVu Sans"/>
                <a:ea typeface="DejaVu Sans"/>
                <a:cs typeface="DejaVu Sans"/>
              </a:defRPr>
            </a:lvl9pPr>
          </a:lstStyle>
          <a:p xmlns:a="http://schemas.openxmlformats.org/drawingml/2006/main">
            <a:pPr algn="l">
              <a:defRPr sz="2325" b="0">
                <a:solidFill>
                  <a:srgbClr val="8BD2D4"/>
                </a:solidFill>
                <a:latin typeface="DejaVu Sans"/>
                <a:ea typeface="DejaVu Sans"/>
                <a:cs typeface="DejaVu Sans"/>
              </a:defRPr>
            </a:pPr>
            <a:r>
              <a:rPr sz="2325" b="0">
                <a:solidFill>
                  <a:srgbClr val="8BD2D4"/>
                </a:solidFill>
                <a:latin typeface="DejaVu Sans"/>
                <a:ea typeface="DejaVu Sans"/>
                <a:cs typeface="DejaVu Sans"/>
              </a:rPr>
              <a:t>Graph modeling, shortest paths</a:t>
            </a:r>
          </a:p>
          <a:p xmlns:a="http://schemas.openxmlformats.org/drawingml/2006/main">
            <a:pPr algn="l">
              <a:defRPr sz="2325" b="0">
                <a:solidFill>
                  <a:srgbClr val="8BD2D4"/>
                </a:solidFill>
                <a:latin typeface="DejaVu Sans"/>
                <a:ea typeface="DejaVu Sans"/>
                <a:cs typeface="DejaVu Sans"/>
              </a:defRPr>
            </a:pPr>
            <a:r>
              <a:rPr sz="2325" b="0">
                <a:solidFill>
                  <a:srgbClr val="8BD2D4"/>
                </a:solidFill>
                <a:latin typeface="DejaVu Sans"/>
                <a:ea typeface="DejaVu Sans"/>
                <a:cs typeface="DejaVu Sans"/>
              </a:rPr>
              <a:t>and multi-floor navigation</a:t>
            </a:r>
          </a:p>
        </p:txBody>
      </p:sp>
      <p:sp>
        <p:nvSpPr>
          <p:cNvPr id="4" name="graph-A">
            <a:extLst xmlns:a="http://schemas.openxmlformats.org/drawingml/2006/main">
              <a:ext uri="{FF2B5EF4-FFF2-40B4-BE49-F238E27FC236}">
                <a16:creationId xmlns:a16="http://schemas.microsoft.com/office/drawing/2014/main" id="{61741B3A-04A7-40B9-B3F5-48677F87E9D5}"/>
              </a:ext>
            </a:extLst>
          </p:cNvPr>
          <p:cNvSpPr>
            <a:spLocks xmlns:a="http://schemas.openxmlformats.org/drawingml/2006/main" noGrp="1"/>
          </p:cNvSpPr>
          <p:nvPr/>
        </p:nvSpPr>
        <p:spPr>
          <a:xfrm xmlns:a="http://schemas.openxmlformats.org/drawingml/2006/main">
            <a:off x="7762875" y="2985611"/>
            <a:ext cx="474345" cy="474345"/>
          </a:xfrm>
          <a:prstGeom xmlns:a="http://schemas.openxmlformats.org/drawingml/2006/main" prst="ellipse">
            <a:avLst/>
          </a:prstGeom>
          <a:solidFill xmlns:a="http://schemas.openxmlformats.org/drawingml/2006/main">
            <a:srgbClr val="173949"/>
          </a:solidFill>
          <a:ln xmlns:a="http://schemas.openxmlformats.org/drawingml/2006/main" w="19050">
            <a:solidFill>
              <a:srgbClr val="8BD2D4"/>
            </a:solidFill>
            <a:prstDash val="solid"/>
          </a:ln>
        </p:spPr>
        <p:txBody>
          <a:bodyPr xmlns:a="http://schemas.openxmlformats.org/drawingml/2006/main" lIns="0" tIns="0" rIns="0" bIns="0" anchor="ctr"/>
          <a:lstStyle xmlns:a="http://schemas.openxmlformats.org/drawingml/2006/main">
            <a:defPPr algn="ctr">
              <a:defRPr sz="1868" b="1">
                <a:solidFill>
                  <a:srgbClr val="F8FAF8"/>
                </a:solidFill>
                <a:latin typeface="DejaVu Sans"/>
                <a:ea typeface="DejaVu Sans"/>
                <a:cs typeface="DejaVu Sans"/>
              </a:defRPr>
            </a:defPPr>
            <a:lvl1pPr algn="ctr">
              <a:defRPr sz="1868" b="1">
                <a:solidFill>
                  <a:srgbClr val="F8FAF8"/>
                </a:solidFill>
                <a:latin typeface="DejaVu Sans"/>
                <a:ea typeface="DejaVu Sans"/>
                <a:cs typeface="DejaVu Sans"/>
              </a:defRPr>
            </a:lvl1pPr>
            <a:lvl2pPr algn="ctr">
              <a:defRPr sz="1868" b="1">
                <a:solidFill>
                  <a:srgbClr val="F8FAF8"/>
                </a:solidFill>
                <a:latin typeface="DejaVu Sans"/>
                <a:ea typeface="DejaVu Sans"/>
                <a:cs typeface="DejaVu Sans"/>
              </a:defRPr>
            </a:lvl2pPr>
            <a:lvl3pPr algn="ctr">
              <a:defRPr sz="1868" b="1">
                <a:solidFill>
                  <a:srgbClr val="F8FAF8"/>
                </a:solidFill>
                <a:latin typeface="DejaVu Sans"/>
                <a:ea typeface="DejaVu Sans"/>
                <a:cs typeface="DejaVu Sans"/>
              </a:defRPr>
            </a:lvl3pPr>
            <a:lvl4pPr algn="ctr">
              <a:defRPr sz="1868" b="1">
                <a:solidFill>
                  <a:srgbClr val="F8FAF8"/>
                </a:solidFill>
                <a:latin typeface="DejaVu Sans"/>
                <a:ea typeface="DejaVu Sans"/>
                <a:cs typeface="DejaVu Sans"/>
              </a:defRPr>
            </a:lvl4pPr>
            <a:lvl5pPr algn="ctr">
              <a:defRPr sz="1868" b="1">
                <a:solidFill>
                  <a:srgbClr val="F8FAF8"/>
                </a:solidFill>
                <a:latin typeface="DejaVu Sans"/>
                <a:ea typeface="DejaVu Sans"/>
                <a:cs typeface="DejaVu Sans"/>
              </a:defRPr>
            </a:lvl5pPr>
            <a:lvl6pPr algn="ctr">
              <a:defRPr sz="1868" b="1">
                <a:solidFill>
                  <a:srgbClr val="F8FAF8"/>
                </a:solidFill>
                <a:latin typeface="DejaVu Sans"/>
                <a:ea typeface="DejaVu Sans"/>
                <a:cs typeface="DejaVu Sans"/>
              </a:defRPr>
            </a:lvl6pPr>
            <a:lvl7pPr algn="ctr">
              <a:defRPr sz="1868" b="1">
                <a:solidFill>
                  <a:srgbClr val="F8FAF8"/>
                </a:solidFill>
                <a:latin typeface="DejaVu Sans"/>
                <a:ea typeface="DejaVu Sans"/>
                <a:cs typeface="DejaVu Sans"/>
              </a:defRPr>
            </a:lvl7pPr>
            <a:lvl8pPr algn="ctr">
              <a:defRPr sz="1868" b="1">
                <a:solidFill>
                  <a:srgbClr val="F8FAF8"/>
                </a:solidFill>
                <a:latin typeface="DejaVu Sans"/>
                <a:ea typeface="DejaVu Sans"/>
                <a:cs typeface="DejaVu Sans"/>
              </a:defRPr>
            </a:lvl8pPr>
            <a:lvl9pPr algn="ctr">
              <a:defRPr sz="1868" b="1">
                <a:solidFill>
                  <a:srgbClr val="F8FAF8"/>
                </a:solidFill>
                <a:latin typeface="DejaVu Sans"/>
                <a:ea typeface="DejaVu Sans"/>
                <a:cs typeface="DejaVu Sans"/>
              </a:defRPr>
            </a:lvl9pPr>
          </a:lstStyle>
          <a:p xmlns:a="http://schemas.openxmlformats.org/drawingml/2006/main">
            <a:pPr algn="ctr">
              <a:defRPr sz="1868" b="1">
                <a:solidFill>
                  <a:srgbClr val="F8FAF8"/>
                </a:solidFill>
                <a:latin typeface="DejaVu Sans"/>
                <a:ea typeface="DejaVu Sans"/>
                <a:cs typeface="DejaVu Sans"/>
              </a:defRPr>
            </a:pPr>
            <a:r>
              <a:rPr sz="1868" b="1">
                <a:solidFill>
                  <a:srgbClr val="F8FAF8"/>
                </a:solidFill>
                <a:latin typeface="DejaVu Sans"/>
                <a:ea typeface="DejaVu Sans"/>
                <a:cs typeface="DejaVu Sans"/>
              </a:rPr>
              <a:t>A</a:t>
            </a:r>
          </a:p>
        </p:txBody>
      </p:sp>
      <p:sp>
        <p:nvSpPr>
          <p:cNvPr id="5" name="graph-B">
            <a:extLst xmlns:a="http://schemas.openxmlformats.org/drawingml/2006/main">
              <a:ext uri="{FF2B5EF4-FFF2-40B4-BE49-F238E27FC236}">
                <a16:creationId xmlns:a16="http://schemas.microsoft.com/office/drawing/2014/main" id="{3782E6D0-DA32-4242-A1CF-59E58CD4F612}"/>
              </a:ext>
            </a:extLst>
          </p:cNvPr>
          <p:cNvSpPr>
            <a:spLocks xmlns:a="http://schemas.openxmlformats.org/drawingml/2006/main" noGrp="1"/>
          </p:cNvSpPr>
          <p:nvPr/>
        </p:nvSpPr>
        <p:spPr>
          <a:xfrm xmlns:a="http://schemas.openxmlformats.org/drawingml/2006/main">
            <a:off x="9185910" y="2076450"/>
            <a:ext cx="474345" cy="474345"/>
          </a:xfrm>
          <a:prstGeom xmlns:a="http://schemas.openxmlformats.org/drawingml/2006/main" prst="ellipse">
            <a:avLst/>
          </a:prstGeom>
          <a:solidFill xmlns:a="http://schemas.openxmlformats.org/drawingml/2006/main">
            <a:srgbClr val="173949"/>
          </a:solidFill>
          <a:ln xmlns:a="http://schemas.openxmlformats.org/drawingml/2006/main" w="19050">
            <a:solidFill>
              <a:srgbClr val="8BD2D4"/>
            </a:solidFill>
            <a:prstDash val="solid"/>
          </a:ln>
        </p:spPr>
        <p:txBody>
          <a:bodyPr xmlns:a="http://schemas.openxmlformats.org/drawingml/2006/main" lIns="0" tIns="0" rIns="0" bIns="0" anchor="ctr"/>
          <a:lstStyle xmlns:a="http://schemas.openxmlformats.org/drawingml/2006/main">
            <a:defPPr algn="ctr">
              <a:defRPr sz="1868" b="1">
                <a:solidFill>
                  <a:srgbClr val="F8FAF8"/>
                </a:solidFill>
                <a:latin typeface="DejaVu Sans"/>
                <a:ea typeface="DejaVu Sans"/>
                <a:cs typeface="DejaVu Sans"/>
              </a:defRPr>
            </a:defPPr>
            <a:lvl1pPr algn="ctr">
              <a:defRPr sz="1868" b="1">
                <a:solidFill>
                  <a:srgbClr val="F8FAF8"/>
                </a:solidFill>
                <a:latin typeface="DejaVu Sans"/>
                <a:ea typeface="DejaVu Sans"/>
                <a:cs typeface="DejaVu Sans"/>
              </a:defRPr>
            </a:lvl1pPr>
            <a:lvl2pPr algn="ctr">
              <a:defRPr sz="1868" b="1">
                <a:solidFill>
                  <a:srgbClr val="F8FAF8"/>
                </a:solidFill>
                <a:latin typeface="DejaVu Sans"/>
                <a:ea typeface="DejaVu Sans"/>
                <a:cs typeface="DejaVu Sans"/>
              </a:defRPr>
            </a:lvl2pPr>
            <a:lvl3pPr algn="ctr">
              <a:defRPr sz="1868" b="1">
                <a:solidFill>
                  <a:srgbClr val="F8FAF8"/>
                </a:solidFill>
                <a:latin typeface="DejaVu Sans"/>
                <a:ea typeface="DejaVu Sans"/>
                <a:cs typeface="DejaVu Sans"/>
              </a:defRPr>
            </a:lvl3pPr>
            <a:lvl4pPr algn="ctr">
              <a:defRPr sz="1868" b="1">
                <a:solidFill>
                  <a:srgbClr val="F8FAF8"/>
                </a:solidFill>
                <a:latin typeface="DejaVu Sans"/>
                <a:ea typeface="DejaVu Sans"/>
                <a:cs typeface="DejaVu Sans"/>
              </a:defRPr>
            </a:lvl4pPr>
            <a:lvl5pPr algn="ctr">
              <a:defRPr sz="1868" b="1">
                <a:solidFill>
                  <a:srgbClr val="F8FAF8"/>
                </a:solidFill>
                <a:latin typeface="DejaVu Sans"/>
                <a:ea typeface="DejaVu Sans"/>
                <a:cs typeface="DejaVu Sans"/>
              </a:defRPr>
            </a:lvl5pPr>
            <a:lvl6pPr algn="ctr">
              <a:defRPr sz="1868" b="1">
                <a:solidFill>
                  <a:srgbClr val="F8FAF8"/>
                </a:solidFill>
                <a:latin typeface="DejaVu Sans"/>
                <a:ea typeface="DejaVu Sans"/>
                <a:cs typeface="DejaVu Sans"/>
              </a:defRPr>
            </a:lvl6pPr>
            <a:lvl7pPr algn="ctr">
              <a:defRPr sz="1868" b="1">
                <a:solidFill>
                  <a:srgbClr val="F8FAF8"/>
                </a:solidFill>
                <a:latin typeface="DejaVu Sans"/>
                <a:ea typeface="DejaVu Sans"/>
                <a:cs typeface="DejaVu Sans"/>
              </a:defRPr>
            </a:lvl7pPr>
            <a:lvl8pPr algn="ctr">
              <a:defRPr sz="1868" b="1">
                <a:solidFill>
                  <a:srgbClr val="F8FAF8"/>
                </a:solidFill>
                <a:latin typeface="DejaVu Sans"/>
                <a:ea typeface="DejaVu Sans"/>
                <a:cs typeface="DejaVu Sans"/>
              </a:defRPr>
            </a:lvl8pPr>
            <a:lvl9pPr algn="ctr">
              <a:defRPr sz="1868" b="1">
                <a:solidFill>
                  <a:srgbClr val="F8FAF8"/>
                </a:solidFill>
                <a:latin typeface="DejaVu Sans"/>
                <a:ea typeface="DejaVu Sans"/>
                <a:cs typeface="DejaVu Sans"/>
              </a:defRPr>
            </a:lvl9pPr>
          </a:lstStyle>
          <a:p xmlns:a="http://schemas.openxmlformats.org/drawingml/2006/main">
            <a:pPr algn="ctr">
              <a:defRPr sz="1868" b="1">
                <a:solidFill>
                  <a:srgbClr val="F8FAF8"/>
                </a:solidFill>
                <a:latin typeface="DejaVu Sans"/>
                <a:ea typeface="DejaVu Sans"/>
                <a:cs typeface="DejaVu Sans"/>
              </a:defRPr>
            </a:pPr>
            <a:r>
              <a:rPr sz="1868" b="1">
                <a:solidFill>
                  <a:srgbClr val="F8FAF8"/>
                </a:solidFill>
                <a:latin typeface="DejaVu Sans"/>
                <a:ea typeface="DejaVu Sans"/>
                <a:cs typeface="DejaVu Sans"/>
              </a:rPr>
              <a:t>B</a:t>
            </a:r>
          </a:p>
        </p:txBody>
      </p:sp>
      <p:sp>
        <p:nvSpPr>
          <p:cNvPr id="6" name="graph-C">
            <a:extLst xmlns:a="http://schemas.openxmlformats.org/drawingml/2006/main">
              <a:ext uri="{FF2B5EF4-FFF2-40B4-BE49-F238E27FC236}">
                <a16:creationId xmlns:a16="http://schemas.microsoft.com/office/drawing/2014/main" id="{7667DBD9-5657-4AEB-8FB1-E177AF3F3B6E}"/>
              </a:ext>
            </a:extLst>
          </p:cNvPr>
          <p:cNvSpPr>
            <a:spLocks xmlns:a="http://schemas.openxmlformats.org/drawingml/2006/main" noGrp="1"/>
          </p:cNvSpPr>
          <p:nvPr/>
        </p:nvSpPr>
        <p:spPr>
          <a:xfrm xmlns:a="http://schemas.openxmlformats.org/drawingml/2006/main">
            <a:off x="9185910" y="3934301"/>
            <a:ext cx="474345" cy="474345"/>
          </a:xfrm>
          <a:prstGeom xmlns:a="http://schemas.openxmlformats.org/drawingml/2006/main" prst="ellipse">
            <a:avLst/>
          </a:prstGeom>
          <a:solidFill xmlns:a="http://schemas.openxmlformats.org/drawingml/2006/main">
            <a:srgbClr val="173949"/>
          </a:solidFill>
          <a:ln xmlns:a="http://schemas.openxmlformats.org/drawingml/2006/main" w="19050">
            <a:solidFill>
              <a:srgbClr val="8BD2D4"/>
            </a:solidFill>
            <a:prstDash val="solid"/>
          </a:ln>
        </p:spPr>
        <p:txBody>
          <a:bodyPr xmlns:a="http://schemas.openxmlformats.org/drawingml/2006/main" lIns="0" tIns="0" rIns="0" bIns="0" anchor="ctr"/>
          <a:lstStyle xmlns:a="http://schemas.openxmlformats.org/drawingml/2006/main">
            <a:defPPr algn="ctr">
              <a:defRPr sz="1868" b="1">
                <a:solidFill>
                  <a:srgbClr val="F8FAF8"/>
                </a:solidFill>
                <a:latin typeface="DejaVu Sans"/>
                <a:ea typeface="DejaVu Sans"/>
                <a:cs typeface="DejaVu Sans"/>
              </a:defRPr>
            </a:defPPr>
            <a:lvl1pPr algn="ctr">
              <a:defRPr sz="1868" b="1">
                <a:solidFill>
                  <a:srgbClr val="F8FAF8"/>
                </a:solidFill>
                <a:latin typeface="DejaVu Sans"/>
                <a:ea typeface="DejaVu Sans"/>
                <a:cs typeface="DejaVu Sans"/>
              </a:defRPr>
            </a:lvl1pPr>
            <a:lvl2pPr algn="ctr">
              <a:defRPr sz="1868" b="1">
                <a:solidFill>
                  <a:srgbClr val="F8FAF8"/>
                </a:solidFill>
                <a:latin typeface="DejaVu Sans"/>
                <a:ea typeface="DejaVu Sans"/>
                <a:cs typeface="DejaVu Sans"/>
              </a:defRPr>
            </a:lvl2pPr>
            <a:lvl3pPr algn="ctr">
              <a:defRPr sz="1868" b="1">
                <a:solidFill>
                  <a:srgbClr val="F8FAF8"/>
                </a:solidFill>
                <a:latin typeface="DejaVu Sans"/>
                <a:ea typeface="DejaVu Sans"/>
                <a:cs typeface="DejaVu Sans"/>
              </a:defRPr>
            </a:lvl3pPr>
            <a:lvl4pPr algn="ctr">
              <a:defRPr sz="1868" b="1">
                <a:solidFill>
                  <a:srgbClr val="F8FAF8"/>
                </a:solidFill>
                <a:latin typeface="DejaVu Sans"/>
                <a:ea typeface="DejaVu Sans"/>
                <a:cs typeface="DejaVu Sans"/>
              </a:defRPr>
            </a:lvl4pPr>
            <a:lvl5pPr algn="ctr">
              <a:defRPr sz="1868" b="1">
                <a:solidFill>
                  <a:srgbClr val="F8FAF8"/>
                </a:solidFill>
                <a:latin typeface="DejaVu Sans"/>
                <a:ea typeface="DejaVu Sans"/>
                <a:cs typeface="DejaVu Sans"/>
              </a:defRPr>
            </a:lvl5pPr>
            <a:lvl6pPr algn="ctr">
              <a:defRPr sz="1868" b="1">
                <a:solidFill>
                  <a:srgbClr val="F8FAF8"/>
                </a:solidFill>
                <a:latin typeface="DejaVu Sans"/>
                <a:ea typeface="DejaVu Sans"/>
                <a:cs typeface="DejaVu Sans"/>
              </a:defRPr>
            </a:lvl6pPr>
            <a:lvl7pPr algn="ctr">
              <a:defRPr sz="1868" b="1">
                <a:solidFill>
                  <a:srgbClr val="F8FAF8"/>
                </a:solidFill>
                <a:latin typeface="DejaVu Sans"/>
                <a:ea typeface="DejaVu Sans"/>
                <a:cs typeface="DejaVu Sans"/>
              </a:defRPr>
            </a:lvl7pPr>
            <a:lvl8pPr algn="ctr">
              <a:defRPr sz="1868" b="1">
                <a:solidFill>
                  <a:srgbClr val="F8FAF8"/>
                </a:solidFill>
                <a:latin typeface="DejaVu Sans"/>
                <a:ea typeface="DejaVu Sans"/>
                <a:cs typeface="DejaVu Sans"/>
              </a:defRPr>
            </a:lvl8pPr>
            <a:lvl9pPr algn="ctr">
              <a:defRPr sz="1868" b="1">
                <a:solidFill>
                  <a:srgbClr val="F8FAF8"/>
                </a:solidFill>
                <a:latin typeface="DejaVu Sans"/>
                <a:ea typeface="DejaVu Sans"/>
                <a:cs typeface="DejaVu Sans"/>
              </a:defRPr>
            </a:lvl9pPr>
          </a:lstStyle>
          <a:p xmlns:a="http://schemas.openxmlformats.org/drawingml/2006/main">
            <a:pPr algn="ctr">
              <a:defRPr sz="1868" b="1">
                <a:solidFill>
                  <a:srgbClr val="F8FAF8"/>
                </a:solidFill>
                <a:latin typeface="DejaVu Sans"/>
                <a:ea typeface="DejaVu Sans"/>
                <a:cs typeface="DejaVu Sans"/>
              </a:defRPr>
            </a:pPr>
            <a:r>
              <a:rPr sz="1868" b="1">
                <a:solidFill>
                  <a:srgbClr val="F8FAF8"/>
                </a:solidFill>
                <a:latin typeface="DejaVu Sans"/>
                <a:ea typeface="DejaVu Sans"/>
                <a:cs typeface="DejaVu Sans"/>
              </a:rPr>
              <a:t>C</a:t>
            </a:r>
          </a:p>
        </p:txBody>
      </p:sp>
      <p:sp>
        <p:nvSpPr>
          <p:cNvPr id="7" name="graph-D">
            <a:extLst xmlns:a="http://schemas.openxmlformats.org/drawingml/2006/main">
              <a:ext uri="{FF2B5EF4-FFF2-40B4-BE49-F238E27FC236}">
                <a16:creationId xmlns:a16="http://schemas.microsoft.com/office/drawing/2014/main" id="{654331CB-4962-40E8-9B97-F7BE382E5A67}"/>
              </a:ext>
            </a:extLst>
          </p:cNvPr>
          <p:cNvSpPr>
            <a:spLocks xmlns:a="http://schemas.openxmlformats.org/drawingml/2006/main" noGrp="1"/>
          </p:cNvSpPr>
          <p:nvPr/>
        </p:nvSpPr>
        <p:spPr>
          <a:xfrm xmlns:a="http://schemas.openxmlformats.org/drawingml/2006/main">
            <a:off x="10688003" y="2985611"/>
            <a:ext cx="474345" cy="474345"/>
          </a:xfrm>
          <a:prstGeom xmlns:a="http://schemas.openxmlformats.org/drawingml/2006/main" prst="ellipse">
            <a:avLst/>
          </a:prstGeom>
          <a:solidFill xmlns:a="http://schemas.openxmlformats.org/drawingml/2006/main">
            <a:srgbClr val="173949"/>
          </a:solidFill>
          <a:ln xmlns:a="http://schemas.openxmlformats.org/drawingml/2006/main" w="19050">
            <a:solidFill>
              <a:srgbClr val="8BD2D4"/>
            </a:solidFill>
            <a:prstDash val="solid"/>
          </a:ln>
        </p:spPr>
        <p:txBody>
          <a:bodyPr xmlns:a="http://schemas.openxmlformats.org/drawingml/2006/main" lIns="0" tIns="0" rIns="0" bIns="0" anchor="ctr"/>
          <a:lstStyle xmlns:a="http://schemas.openxmlformats.org/drawingml/2006/main">
            <a:defPPr algn="ctr">
              <a:defRPr sz="1868" b="1">
                <a:solidFill>
                  <a:srgbClr val="F8FAF8"/>
                </a:solidFill>
                <a:latin typeface="DejaVu Sans"/>
                <a:ea typeface="DejaVu Sans"/>
                <a:cs typeface="DejaVu Sans"/>
              </a:defRPr>
            </a:defPPr>
            <a:lvl1pPr algn="ctr">
              <a:defRPr sz="1868" b="1">
                <a:solidFill>
                  <a:srgbClr val="F8FAF8"/>
                </a:solidFill>
                <a:latin typeface="DejaVu Sans"/>
                <a:ea typeface="DejaVu Sans"/>
                <a:cs typeface="DejaVu Sans"/>
              </a:defRPr>
            </a:lvl1pPr>
            <a:lvl2pPr algn="ctr">
              <a:defRPr sz="1868" b="1">
                <a:solidFill>
                  <a:srgbClr val="F8FAF8"/>
                </a:solidFill>
                <a:latin typeface="DejaVu Sans"/>
                <a:ea typeface="DejaVu Sans"/>
                <a:cs typeface="DejaVu Sans"/>
              </a:defRPr>
            </a:lvl2pPr>
            <a:lvl3pPr algn="ctr">
              <a:defRPr sz="1868" b="1">
                <a:solidFill>
                  <a:srgbClr val="F8FAF8"/>
                </a:solidFill>
                <a:latin typeface="DejaVu Sans"/>
                <a:ea typeface="DejaVu Sans"/>
                <a:cs typeface="DejaVu Sans"/>
              </a:defRPr>
            </a:lvl3pPr>
            <a:lvl4pPr algn="ctr">
              <a:defRPr sz="1868" b="1">
                <a:solidFill>
                  <a:srgbClr val="F8FAF8"/>
                </a:solidFill>
                <a:latin typeface="DejaVu Sans"/>
                <a:ea typeface="DejaVu Sans"/>
                <a:cs typeface="DejaVu Sans"/>
              </a:defRPr>
            </a:lvl4pPr>
            <a:lvl5pPr algn="ctr">
              <a:defRPr sz="1868" b="1">
                <a:solidFill>
                  <a:srgbClr val="F8FAF8"/>
                </a:solidFill>
                <a:latin typeface="DejaVu Sans"/>
                <a:ea typeface="DejaVu Sans"/>
                <a:cs typeface="DejaVu Sans"/>
              </a:defRPr>
            </a:lvl5pPr>
            <a:lvl6pPr algn="ctr">
              <a:defRPr sz="1868" b="1">
                <a:solidFill>
                  <a:srgbClr val="F8FAF8"/>
                </a:solidFill>
                <a:latin typeface="DejaVu Sans"/>
                <a:ea typeface="DejaVu Sans"/>
                <a:cs typeface="DejaVu Sans"/>
              </a:defRPr>
            </a:lvl6pPr>
            <a:lvl7pPr algn="ctr">
              <a:defRPr sz="1868" b="1">
                <a:solidFill>
                  <a:srgbClr val="F8FAF8"/>
                </a:solidFill>
                <a:latin typeface="DejaVu Sans"/>
                <a:ea typeface="DejaVu Sans"/>
                <a:cs typeface="DejaVu Sans"/>
              </a:defRPr>
            </a:lvl7pPr>
            <a:lvl8pPr algn="ctr">
              <a:defRPr sz="1868" b="1">
                <a:solidFill>
                  <a:srgbClr val="F8FAF8"/>
                </a:solidFill>
                <a:latin typeface="DejaVu Sans"/>
                <a:ea typeface="DejaVu Sans"/>
                <a:cs typeface="DejaVu Sans"/>
              </a:defRPr>
            </a:lvl8pPr>
            <a:lvl9pPr algn="ctr">
              <a:defRPr sz="1868" b="1">
                <a:solidFill>
                  <a:srgbClr val="F8FAF8"/>
                </a:solidFill>
                <a:latin typeface="DejaVu Sans"/>
                <a:ea typeface="DejaVu Sans"/>
                <a:cs typeface="DejaVu Sans"/>
              </a:defRPr>
            </a:lvl9pPr>
          </a:lstStyle>
          <a:p xmlns:a="http://schemas.openxmlformats.org/drawingml/2006/main">
            <a:pPr algn="ctr">
              <a:defRPr sz="1868" b="1">
                <a:solidFill>
                  <a:srgbClr val="F8FAF8"/>
                </a:solidFill>
                <a:latin typeface="DejaVu Sans"/>
                <a:ea typeface="DejaVu Sans"/>
                <a:cs typeface="DejaVu Sans"/>
              </a:defRPr>
            </a:pPr>
            <a:r>
              <a:rPr sz="1868" b="1">
                <a:solidFill>
                  <a:srgbClr val="F8FAF8"/>
                </a:solidFill>
                <a:latin typeface="DejaVu Sans"/>
                <a:ea typeface="DejaVu Sans"/>
                <a:cs typeface="DejaVu Sans"/>
              </a:rPr>
              <a:t>D</a:t>
            </a:r>
          </a:p>
        </p:txBody>
      </p:sp>
      <p:sp>
        <p:nvSpPr>
          <p:cNvPr id="8" name="graph-E">
            <a:extLst xmlns:a="http://schemas.openxmlformats.org/drawingml/2006/main">
              <a:ext uri="{FF2B5EF4-FFF2-40B4-BE49-F238E27FC236}">
                <a16:creationId xmlns:a16="http://schemas.microsoft.com/office/drawing/2014/main" id="{208C35E4-42F5-400E-80B2-C8DCA01B372B}"/>
              </a:ext>
            </a:extLst>
          </p:cNvPr>
          <p:cNvSpPr>
            <a:spLocks xmlns:a="http://schemas.openxmlformats.org/drawingml/2006/main" noGrp="1"/>
          </p:cNvSpPr>
          <p:nvPr/>
        </p:nvSpPr>
        <p:spPr>
          <a:xfrm xmlns:a="http://schemas.openxmlformats.org/drawingml/2006/main">
            <a:off x="12071509" y="2985611"/>
            <a:ext cx="474345" cy="474345"/>
          </a:xfrm>
          <a:prstGeom xmlns:a="http://schemas.openxmlformats.org/drawingml/2006/main" prst="ellipse">
            <a:avLst/>
          </a:prstGeom>
          <a:solidFill xmlns:a="http://schemas.openxmlformats.org/drawingml/2006/main">
            <a:srgbClr val="173949"/>
          </a:solidFill>
          <a:ln xmlns:a="http://schemas.openxmlformats.org/drawingml/2006/main" w="19050">
            <a:solidFill>
              <a:srgbClr val="8BD2D4"/>
            </a:solidFill>
            <a:prstDash val="solid"/>
          </a:ln>
        </p:spPr>
        <p:txBody>
          <a:bodyPr xmlns:a="http://schemas.openxmlformats.org/drawingml/2006/main" lIns="0" tIns="0" rIns="0" bIns="0" anchor="ctr"/>
          <a:lstStyle xmlns:a="http://schemas.openxmlformats.org/drawingml/2006/main">
            <a:defPPr algn="ctr">
              <a:defRPr sz="1868" b="1">
                <a:solidFill>
                  <a:srgbClr val="F8FAF8"/>
                </a:solidFill>
                <a:latin typeface="DejaVu Sans"/>
                <a:ea typeface="DejaVu Sans"/>
                <a:cs typeface="DejaVu Sans"/>
              </a:defRPr>
            </a:defPPr>
            <a:lvl1pPr algn="ctr">
              <a:defRPr sz="1868" b="1">
                <a:solidFill>
                  <a:srgbClr val="F8FAF8"/>
                </a:solidFill>
                <a:latin typeface="DejaVu Sans"/>
                <a:ea typeface="DejaVu Sans"/>
                <a:cs typeface="DejaVu Sans"/>
              </a:defRPr>
            </a:lvl1pPr>
            <a:lvl2pPr algn="ctr">
              <a:defRPr sz="1868" b="1">
                <a:solidFill>
                  <a:srgbClr val="F8FAF8"/>
                </a:solidFill>
                <a:latin typeface="DejaVu Sans"/>
                <a:ea typeface="DejaVu Sans"/>
                <a:cs typeface="DejaVu Sans"/>
              </a:defRPr>
            </a:lvl2pPr>
            <a:lvl3pPr algn="ctr">
              <a:defRPr sz="1868" b="1">
                <a:solidFill>
                  <a:srgbClr val="F8FAF8"/>
                </a:solidFill>
                <a:latin typeface="DejaVu Sans"/>
                <a:ea typeface="DejaVu Sans"/>
                <a:cs typeface="DejaVu Sans"/>
              </a:defRPr>
            </a:lvl3pPr>
            <a:lvl4pPr algn="ctr">
              <a:defRPr sz="1868" b="1">
                <a:solidFill>
                  <a:srgbClr val="F8FAF8"/>
                </a:solidFill>
                <a:latin typeface="DejaVu Sans"/>
                <a:ea typeface="DejaVu Sans"/>
                <a:cs typeface="DejaVu Sans"/>
              </a:defRPr>
            </a:lvl4pPr>
            <a:lvl5pPr algn="ctr">
              <a:defRPr sz="1868" b="1">
                <a:solidFill>
                  <a:srgbClr val="F8FAF8"/>
                </a:solidFill>
                <a:latin typeface="DejaVu Sans"/>
                <a:ea typeface="DejaVu Sans"/>
                <a:cs typeface="DejaVu Sans"/>
              </a:defRPr>
            </a:lvl5pPr>
            <a:lvl6pPr algn="ctr">
              <a:defRPr sz="1868" b="1">
                <a:solidFill>
                  <a:srgbClr val="F8FAF8"/>
                </a:solidFill>
                <a:latin typeface="DejaVu Sans"/>
                <a:ea typeface="DejaVu Sans"/>
                <a:cs typeface="DejaVu Sans"/>
              </a:defRPr>
            </a:lvl6pPr>
            <a:lvl7pPr algn="ctr">
              <a:defRPr sz="1868" b="1">
                <a:solidFill>
                  <a:srgbClr val="F8FAF8"/>
                </a:solidFill>
                <a:latin typeface="DejaVu Sans"/>
                <a:ea typeface="DejaVu Sans"/>
                <a:cs typeface="DejaVu Sans"/>
              </a:defRPr>
            </a:lvl7pPr>
            <a:lvl8pPr algn="ctr">
              <a:defRPr sz="1868" b="1">
                <a:solidFill>
                  <a:srgbClr val="F8FAF8"/>
                </a:solidFill>
                <a:latin typeface="DejaVu Sans"/>
                <a:ea typeface="DejaVu Sans"/>
                <a:cs typeface="DejaVu Sans"/>
              </a:defRPr>
            </a:lvl8pPr>
            <a:lvl9pPr algn="ctr">
              <a:defRPr sz="1868" b="1">
                <a:solidFill>
                  <a:srgbClr val="F8FAF8"/>
                </a:solidFill>
                <a:latin typeface="DejaVu Sans"/>
                <a:ea typeface="DejaVu Sans"/>
                <a:cs typeface="DejaVu Sans"/>
              </a:defRPr>
            </a:lvl9pPr>
          </a:lstStyle>
          <a:p xmlns:a="http://schemas.openxmlformats.org/drawingml/2006/main">
            <a:pPr algn="ctr">
              <a:defRPr sz="1868" b="1">
                <a:solidFill>
                  <a:srgbClr val="F8FAF8"/>
                </a:solidFill>
                <a:latin typeface="DejaVu Sans"/>
                <a:ea typeface="DejaVu Sans"/>
                <a:cs typeface="DejaVu Sans"/>
              </a:defRPr>
            </a:pPr>
            <a:r>
              <a:rPr sz="1868" b="1">
                <a:solidFill>
                  <a:srgbClr val="F8FAF8"/>
                </a:solidFill>
                <a:latin typeface="DejaVu Sans"/>
                <a:ea typeface="DejaVu Sans"/>
                <a:cs typeface="DejaVu Sans"/>
              </a:rPr>
              <a:t>E</a:t>
            </a:r>
          </a:p>
        </p:txBody>
      </p:sp>
      <p:sp>
        <p:nvSpPr>
          <p:cNvPr id="10" name="text-9">
            <a:extLst xmlns:a="http://schemas.openxmlformats.org/drawingml/2006/main">
              <a:ext uri="{FF2B5EF4-FFF2-40B4-BE49-F238E27FC236}">
                <a16:creationId xmlns:a16="http://schemas.microsoft.com/office/drawing/2014/main" id="{02029A9A-61BC-4E9D-AE3D-32AF4AA2CE15}"/>
              </a:ext>
            </a:extLst>
          </p:cNvPr>
          <p:cNvSpPr>
            <a:spLocks xmlns:a="http://schemas.openxmlformats.org/drawingml/2006/main" noGrp="1"/>
          </p:cNvSpPr>
          <p:nvPr/>
        </p:nvSpPr>
        <p:spPr>
          <a:xfrm xmlns:a="http://schemas.openxmlformats.org/drawingml/2006/main">
            <a:off x="8411147" y="2353151"/>
            <a:ext cx="276701" cy="276701"/>
          </a:xfrm>
          <a:prstGeom xmlns:a="http://schemas.openxmlformats.org/drawingml/2006/main" prst="rect">
            <a:avLst/>
          </a:prstGeom>
          <a:solidFill xmlns:a="http://schemas.openxmlformats.org/drawingml/2006/main">
            <a:srgbClr val="0A202D"/>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56" b="1">
                <a:solidFill>
                  <a:srgbClr val="F8FAF8"/>
                </a:solidFill>
                <a:latin typeface="DejaVu Sans"/>
                <a:ea typeface="DejaVu Sans"/>
                <a:cs typeface="DejaVu Sans"/>
              </a:defRPr>
            </a:defPPr>
            <a:lvl1pPr algn="ctr">
              <a:defRPr sz="1556" b="1">
                <a:solidFill>
                  <a:srgbClr val="F8FAF8"/>
                </a:solidFill>
                <a:latin typeface="DejaVu Sans"/>
                <a:ea typeface="DejaVu Sans"/>
                <a:cs typeface="DejaVu Sans"/>
              </a:defRPr>
            </a:lvl1pPr>
            <a:lvl2pPr algn="ctr">
              <a:defRPr sz="1556" b="1">
                <a:solidFill>
                  <a:srgbClr val="F8FAF8"/>
                </a:solidFill>
                <a:latin typeface="DejaVu Sans"/>
                <a:ea typeface="DejaVu Sans"/>
                <a:cs typeface="DejaVu Sans"/>
              </a:defRPr>
            </a:lvl2pPr>
            <a:lvl3pPr algn="ctr">
              <a:defRPr sz="1556" b="1">
                <a:solidFill>
                  <a:srgbClr val="F8FAF8"/>
                </a:solidFill>
                <a:latin typeface="DejaVu Sans"/>
                <a:ea typeface="DejaVu Sans"/>
                <a:cs typeface="DejaVu Sans"/>
              </a:defRPr>
            </a:lvl3pPr>
            <a:lvl4pPr algn="ctr">
              <a:defRPr sz="1556" b="1">
                <a:solidFill>
                  <a:srgbClr val="F8FAF8"/>
                </a:solidFill>
                <a:latin typeface="DejaVu Sans"/>
                <a:ea typeface="DejaVu Sans"/>
                <a:cs typeface="DejaVu Sans"/>
              </a:defRPr>
            </a:lvl4pPr>
            <a:lvl5pPr algn="ctr">
              <a:defRPr sz="1556" b="1">
                <a:solidFill>
                  <a:srgbClr val="F8FAF8"/>
                </a:solidFill>
                <a:latin typeface="DejaVu Sans"/>
                <a:ea typeface="DejaVu Sans"/>
                <a:cs typeface="DejaVu Sans"/>
              </a:defRPr>
            </a:lvl5pPr>
            <a:lvl6pPr algn="ctr">
              <a:defRPr sz="1556" b="1">
                <a:solidFill>
                  <a:srgbClr val="F8FAF8"/>
                </a:solidFill>
                <a:latin typeface="DejaVu Sans"/>
                <a:ea typeface="DejaVu Sans"/>
                <a:cs typeface="DejaVu Sans"/>
              </a:defRPr>
            </a:lvl6pPr>
            <a:lvl7pPr algn="ctr">
              <a:defRPr sz="1556" b="1">
                <a:solidFill>
                  <a:srgbClr val="F8FAF8"/>
                </a:solidFill>
                <a:latin typeface="DejaVu Sans"/>
                <a:ea typeface="DejaVu Sans"/>
                <a:cs typeface="DejaVu Sans"/>
              </a:defRPr>
            </a:lvl7pPr>
            <a:lvl8pPr algn="ctr">
              <a:defRPr sz="1556" b="1">
                <a:solidFill>
                  <a:srgbClr val="F8FAF8"/>
                </a:solidFill>
                <a:latin typeface="DejaVu Sans"/>
                <a:ea typeface="DejaVu Sans"/>
                <a:cs typeface="DejaVu Sans"/>
              </a:defRPr>
            </a:lvl8pPr>
            <a:lvl9pPr algn="ctr">
              <a:defRPr sz="1556" b="1">
                <a:solidFill>
                  <a:srgbClr val="F8FAF8"/>
                </a:solidFill>
                <a:latin typeface="DejaVu Sans"/>
                <a:ea typeface="DejaVu Sans"/>
                <a:cs typeface="DejaVu Sans"/>
              </a:defRPr>
            </a:lvl9pPr>
          </a:lstStyle>
          <a:p xmlns:a="http://schemas.openxmlformats.org/drawingml/2006/main">
            <a:pPr algn="ctr">
              <a:defRPr sz="1556" b="1">
                <a:solidFill>
                  <a:srgbClr val="F8FAF8"/>
                </a:solidFill>
                <a:latin typeface="DejaVu Sans"/>
                <a:ea typeface="DejaVu Sans"/>
                <a:cs typeface="DejaVu Sans"/>
              </a:defRPr>
            </a:pPr>
            <a:r>
              <a:rPr sz="1556" b="1">
                <a:solidFill>
                  <a:srgbClr val="F8FAF8"/>
                </a:solidFill>
                <a:latin typeface="DejaVu Sans"/>
                <a:ea typeface="DejaVu Sans"/>
                <a:cs typeface="DejaVu Sans"/>
              </a:rPr>
              <a:t>4</a:t>
            </a:r>
          </a:p>
        </p:txBody>
      </p:sp>
      <p:sp>
        <p:nvSpPr>
          <p:cNvPr id="12" name="text-11">
            <a:extLst xmlns:a="http://schemas.openxmlformats.org/drawingml/2006/main">
              <a:ext uri="{FF2B5EF4-FFF2-40B4-BE49-F238E27FC236}">
                <a16:creationId xmlns:a16="http://schemas.microsoft.com/office/drawing/2014/main" id="{8691FB54-0D7D-436F-BB08-9235168A273F}"/>
              </a:ext>
            </a:extLst>
          </p:cNvPr>
          <p:cNvSpPr>
            <a:spLocks xmlns:a="http://schemas.openxmlformats.org/drawingml/2006/main" noGrp="1"/>
          </p:cNvSpPr>
          <p:nvPr/>
        </p:nvSpPr>
        <p:spPr>
          <a:xfrm xmlns:a="http://schemas.openxmlformats.org/drawingml/2006/main">
            <a:off x="8411147" y="3681317"/>
            <a:ext cx="276701" cy="276701"/>
          </a:xfrm>
          <a:prstGeom xmlns:a="http://schemas.openxmlformats.org/drawingml/2006/main" prst="rect">
            <a:avLst/>
          </a:prstGeom>
          <a:solidFill xmlns:a="http://schemas.openxmlformats.org/drawingml/2006/main">
            <a:srgbClr val="0A202D"/>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56" b="1">
                <a:solidFill>
                  <a:srgbClr val="E3AF69"/>
                </a:solidFill>
                <a:latin typeface="DejaVu Sans"/>
                <a:ea typeface="DejaVu Sans"/>
                <a:cs typeface="DejaVu Sans"/>
              </a:defRPr>
            </a:defPPr>
            <a:lvl1pPr algn="ctr">
              <a:defRPr sz="1556" b="1">
                <a:solidFill>
                  <a:srgbClr val="E3AF69"/>
                </a:solidFill>
                <a:latin typeface="DejaVu Sans"/>
                <a:ea typeface="DejaVu Sans"/>
                <a:cs typeface="DejaVu Sans"/>
              </a:defRPr>
            </a:lvl1pPr>
            <a:lvl2pPr algn="ctr">
              <a:defRPr sz="1556" b="1">
                <a:solidFill>
                  <a:srgbClr val="E3AF69"/>
                </a:solidFill>
                <a:latin typeface="DejaVu Sans"/>
                <a:ea typeface="DejaVu Sans"/>
                <a:cs typeface="DejaVu Sans"/>
              </a:defRPr>
            </a:lvl2pPr>
            <a:lvl3pPr algn="ctr">
              <a:defRPr sz="1556" b="1">
                <a:solidFill>
                  <a:srgbClr val="E3AF69"/>
                </a:solidFill>
                <a:latin typeface="DejaVu Sans"/>
                <a:ea typeface="DejaVu Sans"/>
                <a:cs typeface="DejaVu Sans"/>
              </a:defRPr>
            </a:lvl3pPr>
            <a:lvl4pPr algn="ctr">
              <a:defRPr sz="1556" b="1">
                <a:solidFill>
                  <a:srgbClr val="E3AF69"/>
                </a:solidFill>
                <a:latin typeface="DejaVu Sans"/>
                <a:ea typeface="DejaVu Sans"/>
                <a:cs typeface="DejaVu Sans"/>
              </a:defRPr>
            </a:lvl4pPr>
            <a:lvl5pPr algn="ctr">
              <a:defRPr sz="1556" b="1">
                <a:solidFill>
                  <a:srgbClr val="E3AF69"/>
                </a:solidFill>
                <a:latin typeface="DejaVu Sans"/>
                <a:ea typeface="DejaVu Sans"/>
                <a:cs typeface="DejaVu Sans"/>
              </a:defRPr>
            </a:lvl5pPr>
            <a:lvl6pPr algn="ctr">
              <a:defRPr sz="1556" b="1">
                <a:solidFill>
                  <a:srgbClr val="E3AF69"/>
                </a:solidFill>
                <a:latin typeface="DejaVu Sans"/>
                <a:ea typeface="DejaVu Sans"/>
                <a:cs typeface="DejaVu Sans"/>
              </a:defRPr>
            </a:lvl6pPr>
            <a:lvl7pPr algn="ctr">
              <a:defRPr sz="1556" b="1">
                <a:solidFill>
                  <a:srgbClr val="E3AF69"/>
                </a:solidFill>
                <a:latin typeface="DejaVu Sans"/>
                <a:ea typeface="DejaVu Sans"/>
                <a:cs typeface="DejaVu Sans"/>
              </a:defRPr>
            </a:lvl7pPr>
            <a:lvl8pPr algn="ctr">
              <a:defRPr sz="1556" b="1">
                <a:solidFill>
                  <a:srgbClr val="E3AF69"/>
                </a:solidFill>
                <a:latin typeface="DejaVu Sans"/>
                <a:ea typeface="DejaVu Sans"/>
                <a:cs typeface="DejaVu Sans"/>
              </a:defRPr>
            </a:lvl8pPr>
            <a:lvl9pPr algn="ctr">
              <a:defRPr sz="1556" b="1">
                <a:solidFill>
                  <a:srgbClr val="E3AF69"/>
                </a:solidFill>
                <a:latin typeface="DejaVu Sans"/>
                <a:ea typeface="DejaVu Sans"/>
                <a:cs typeface="DejaVu Sans"/>
              </a:defRPr>
            </a:lvl9pPr>
          </a:lstStyle>
          <a:p xmlns:a="http://schemas.openxmlformats.org/drawingml/2006/main">
            <a:pPr algn="ctr">
              <a:defRPr sz="1556" b="1">
                <a:solidFill>
                  <a:srgbClr val="E3AF69"/>
                </a:solidFill>
                <a:latin typeface="DejaVu Sans"/>
                <a:ea typeface="DejaVu Sans"/>
                <a:cs typeface="DejaVu Sans"/>
              </a:defRPr>
            </a:pPr>
            <a:r>
              <a:rPr sz="1556" b="1">
                <a:solidFill>
                  <a:srgbClr val="E3AF69"/>
                </a:solidFill>
                <a:latin typeface="DejaVu Sans"/>
                <a:ea typeface="DejaVu Sans"/>
                <a:cs typeface="DejaVu Sans"/>
              </a:rPr>
              <a:t>2</a:t>
            </a:r>
          </a:p>
        </p:txBody>
      </p:sp>
      <p:sp>
        <p:nvSpPr>
          <p:cNvPr id="14" name="text-13">
            <a:extLst xmlns:a="http://schemas.openxmlformats.org/drawingml/2006/main">
              <a:ext uri="{FF2B5EF4-FFF2-40B4-BE49-F238E27FC236}">
                <a16:creationId xmlns:a16="http://schemas.microsoft.com/office/drawing/2014/main" id="{3B060C96-6755-4352-A5E9-08368845C064}"/>
              </a:ext>
            </a:extLst>
          </p:cNvPr>
          <p:cNvSpPr>
            <a:spLocks xmlns:a="http://schemas.openxmlformats.org/drawingml/2006/main" noGrp="1"/>
          </p:cNvSpPr>
          <p:nvPr/>
        </p:nvSpPr>
        <p:spPr>
          <a:xfrm xmlns:a="http://schemas.openxmlformats.org/drawingml/2006/main">
            <a:off x="9304496" y="3120009"/>
            <a:ext cx="276701" cy="276701"/>
          </a:xfrm>
          <a:prstGeom xmlns:a="http://schemas.openxmlformats.org/drawingml/2006/main" prst="rect">
            <a:avLst/>
          </a:prstGeom>
          <a:solidFill xmlns:a="http://schemas.openxmlformats.org/drawingml/2006/main">
            <a:srgbClr val="0A202D"/>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56" b="1">
                <a:solidFill>
                  <a:srgbClr val="E3AF69"/>
                </a:solidFill>
                <a:latin typeface="DejaVu Sans"/>
                <a:ea typeface="DejaVu Sans"/>
                <a:cs typeface="DejaVu Sans"/>
              </a:defRPr>
            </a:defPPr>
            <a:lvl1pPr algn="ctr">
              <a:defRPr sz="1556" b="1">
                <a:solidFill>
                  <a:srgbClr val="E3AF69"/>
                </a:solidFill>
                <a:latin typeface="DejaVu Sans"/>
                <a:ea typeface="DejaVu Sans"/>
                <a:cs typeface="DejaVu Sans"/>
              </a:defRPr>
            </a:lvl1pPr>
            <a:lvl2pPr algn="ctr">
              <a:defRPr sz="1556" b="1">
                <a:solidFill>
                  <a:srgbClr val="E3AF69"/>
                </a:solidFill>
                <a:latin typeface="DejaVu Sans"/>
                <a:ea typeface="DejaVu Sans"/>
                <a:cs typeface="DejaVu Sans"/>
              </a:defRPr>
            </a:lvl2pPr>
            <a:lvl3pPr algn="ctr">
              <a:defRPr sz="1556" b="1">
                <a:solidFill>
                  <a:srgbClr val="E3AF69"/>
                </a:solidFill>
                <a:latin typeface="DejaVu Sans"/>
                <a:ea typeface="DejaVu Sans"/>
                <a:cs typeface="DejaVu Sans"/>
              </a:defRPr>
            </a:lvl3pPr>
            <a:lvl4pPr algn="ctr">
              <a:defRPr sz="1556" b="1">
                <a:solidFill>
                  <a:srgbClr val="E3AF69"/>
                </a:solidFill>
                <a:latin typeface="DejaVu Sans"/>
                <a:ea typeface="DejaVu Sans"/>
                <a:cs typeface="DejaVu Sans"/>
              </a:defRPr>
            </a:lvl4pPr>
            <a:lvl5pPr algn="ctr">
              <a:defRPr sz="1556" b="1">
                <a:solidFill>
                  <a:srgbClr val="E3AF69"/>
                </a:solidFill>
                <a:latin typeface="DejaVu Sans"/>
                <a:ea typeface="DejaVu Sans"/>
                <a:cs typeface="DejaVu Sans"/>
              </a:defRPr>
            </a:lvl5pPr>
            <a:lvl6pPr algn="ctr">
              <a:defRPr sz="1556" b="1">
                <a:solidFill>
                  <a:srgbClr val="E3AF69"/>
                </a:solidFill>
                <a:latin typeface="DejaVu Sans"/>
                <a:ea typeface="DejaVu Sans"/>
                <a:cs typeface="DejaVu Sans"/>
              </a:defRPr>
            </a:lvl6pPr>
            <a:lvl7pPr algn="ctr">
              <a:defRPr sz="1556" b="1">
                <a:solidFill>
                  <a:srgbClr val="E3AF69"/>
                </a:solidFill>
                <a:latin typeface="DejaVu Sans"/>
                <a:ea typeface="DejaVu Sans"/>
                <a:cs typeface="DejaVu Sans"/>
              </a:defRPr>
            </a:lvl7pPr>
            <a:lvl8pPr algn="ctr">
              <a:defRPr sz="1556" b="1">
                <a:solidFill>
                  <a:srgbClr val="E3AF69"/>
                </a:solidFill>
                <a:latin typeface="DejaVu Sans"/>
                <a:ea typeface="DejaVu Sans"/>
                <a:cs typeface="DejaVu Sans"/>
              </a:defRPr>
            </a:lvl8pPr>
            <a:lvl9pPr algn="ctr">
              <a:defRPr sz="1556" b="1">
                <a:solidFill>
                  <a:srgbClr val="E3AF69"/>
                </a:solidFill>
                <a:latin typeface="DejaVu Sans"/>
                <a:ea typeface="DejaVu Sans"/>
                <a:cs typeface="DejaVu Sans"/>
              </a:defRPr>
            </a:lvl9pPr>
          </a:lstStyle>
          <a:p xmlns:a="http://schemas.openxmlformats.org/drawingml/2006/main">
            <a:pPr algn="ctr">
              <a:defRPr sz="1556" b="1">
                <a:solidFill>
                  <a:srgbClr val="E3AF69"/>
                </a:solidFill>
                <a:latin typeface="DejaVu Sans"/>
                <a:ea typeface="DejaVu Sans"/>
                <a:cs typeface="DejaVu Sans"/>
              </a:defRPr>
            </a:pPr>
            <a:r>
              <a:rPr sz="1556" b="1">
                <a:solidFill>
                  <a:srgbClr val="E3AF69"/>
                </a:solidFill>
                <a:latin typeface="DejaVu Sans"/>
                <a:ea typeface="DejaVu Sans"/>
                <a:cs typeface="DejaVu Sans"/>
              </a:rPr>
              <a:t>1</a:t>
            </a:r>
          </a:p>
        </p:txBody>
      </p:sp>
      <p:sp>
        <p:nvSpPr>
          <p:cNvPr id="16" name="text-15">
            <a:extLst xmlns:a="http://schemas.openxmlformats.org/drawingml/2006/main">
              <a:ext uri="{FF2B5EF4-FFF2-40B4-BE49-F238E27FC236}">
                <a16:creationId xmlns:a16="http://schemas.microsoft.com/office/drawing/2014/main" id="{ECAAF7B0-A586-4DAB-9F35-E09DA68D2EFC}"/>
              </a:ext>
            </a:extLst>
          </p:cNvPr>
          <p:cNvSpPr>
            <a:spLocks xmlns:a="http://schemas.openxmlformats.org/drawingml/2006/main" noGrp="1"/>
          </p:cNvSpPr>
          <p:nvPr/>
        </p:nvSpPr>
        <p:spPr>
          <a:xfrm xmlns:a="http://schemas.openxmlformats.org/drawingml/2006/main">
            <a:off x="10055543" y="2353151"/>
            <a:ext cx="276701" cy="276701"/>
          </a:xfrm>
          <a:prstGeom xmlns:a="http://schemas.openxmlformats.org/drawingml/2006/main" prst="rect">
            <a:avLst/>
          </a:prstGeom>
          <a:solidFill xmlns:a="http://schemas.openxmlformats.org/drawingml/2006/main">
            <a:srgbClr val="0A202D"/>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56" b="1">
                <a:solidFill>
                  <a:srgbClr val="E3AF69"/>
                </a:solidFill>
                <a:latin typeface="DejaVu Sans"/>
                <a:ea typeface="DejaVu Sans"/>
                <a:cs typeface="DejaVu Sans"/>
              </a:defRPr>
            </a:defPPr>
            <a:lvl1pPr algn="ctr">
              <a:defRPr sz="1556" b="1">
                <a:solidFill>
                  <a:srgbClr val="E3AF69"/>
                </a:solidFill>
                <a:latin typeface="DejaVu Sans"/>
                <a:ea typeface="DejaVu Sans"/>
                <a:cs typeface="DejaVu Sans"/>
              </a:defRPr>
            </a:lvl1pPr>
            <a:lvl2pPr algn="ctr">
              <a:defRPr sz="1556" b="1">
                <a:solidFill>
                  <a:srgbClr val="E3AF69"/>
                </a:solidFill>
                <a:latin typeface="DejaVu Sans"/>
                <a:ea typeface="DejaVu Sans"/>
                <a:cs typeface="DejaVu Sans"/>
              </a:defRPr>
            </a:lvl2pPr>
            <a:lvl3pPr algn="ctr">
              <a:defRPr sz="1556" b="1">
                <a:solidFill>
                  <a:srgbClr val="E3AF69"/>
                </a:solidFill>
                <a:latin typeface="DejaVu Sans"/>
                <a:ea typeface="DejaVu Sans"/>
                <a:cs typeface="DejaVu Sans"/>
              </a:defRPr>
            </a:lvl3pPr>
            <a:lvl4pPr algn="ctr">
              <a:defRPr sz="1556" b="1">
                <a:solidFill>
                  <a:srgbClr val="E3AF69"/>
                </a:solidFill>
                <a:latin typeface="DejaVu Sans"/>
                <a:ea typeface="DejaVu Sans"/>
                <a:cs typeface="DejaVu Sans"/>
              </a:defRPr>
            </a:lvl4pPr>
            <a:lvl5pPr algn="ctr">
              <a:defRPr sz="1556" b="1">
                <a:solidFill>
                  <a:srgbClr val="E3AF69"/>
                </a:solidFill>
                <a:latin typeface="DejaVu Sans"/>
                <a:ea typeface="DejaVu Sans"/>
                <a:cs typeface="DejaVu Sans"/>
              </a:defRPr>
            </a:lvl5pPr>
            <a:lvl6pPr algn="ctr">
              <a:defRPr sz="1556" b="1">
                <a:solidFill>
                  <a:srgbClr val="E3AF69"/>
                </a:solidFill>
                <a:latin typeface="DejaVu Sans"/>
                <a:ea typeface="DejaVu Sans"/>
                <a:cs typeface="DejaVu Sans"/>
              </a:defRPr>
            </a:lvl6pPr>
            <a:lvl7pPr algn="ctr">
              <a:defRPr sz="1556" b="1">
                <a:solidFill>
                  <a:srgbClr val="E3AF69"/>
                </a:solidFill>
                <a:latin typeface="DejaVu Sans"/>
                <a:ea typeface="DejaVu Sans"/>
                <a:cs typeface="DejaVu Sans"/>
              </a:defRPr>
            </a:lvl7pPr>
            <a:lvl8pPr algn="ctr">
              <a:defRPr sz="1556" b="1">
                <a:solidFill>
                  <a:srgbClr val="E3AF69"/>
                </a:solidFill>
                <a:latin typeface="DejaVu Sans"/>
                <a:ea typeface="DejaVu Sans"/>
                <a:cs typeface="DejaVu Sans"/>
              </a:defRPr>
            </a:lvl8pPr>
            <a:lvl9pPr algn="ctr">
              <a:defRPr sz="1556" b="1">
                <a:solidFill>
                  <a:srgbClr val="E3AF69"/>
                </a:solidFill>
                <a:latin typeface="DejaVu Sans"/>
                <a:ea typeface="DejaVu Sans"/>
                <a:cs typeface="DejaVu Sans"/>
              </a:defRPr>
            </a:lvl9pPr>
          </a:lstStyle>
          <a:p xmlns:a="http://schemas.openxmlformats.org/drawingml/2006/main">
            <a:pPr algn="ctr">
              <a:defRPr sz="1556" b="1">
                <a:solidFill>
                  <a:srgbClr val="E3AF69"/>
                </a:solidFill>
                <a:latin typeface="DejaVu Sans"/>
                <a:ea typeface="DejaVu Sans"/>
                <a:cs typeface="DejaVu Sans"/>
              </a:defRPr>
            </a:pPr>
            <a:r>
              <a:rPr sz="1556" b="1">
                <a:solidFill>
                  <a:srgbClr val="E3AF69"/>
                </a:solidFill>
                <a:latin typeface="DejaVu Sans"/>
                <a:ea typeface="DejaVu Sans"/>
                <a:cs typeface="DejaVu Sans"/>
              </a:rPr>
              <a:t>5</a:t>
            </a:r>
          </a:p>
        </p:txBody>
      </p:sp>
      <p:sp>
        <p:nvSpPr>
          <p:cNvPr id="18" name="text-17">
            <a:extLst xmlns:a="http://schemas.openxmlformats.org/drawingml/2006/main">
              <a:ext uri="{FF2B5EF4-FFF2-40B4-BE49-F238E27FC236}">
                <a16:creationId xmlns:a16="http://schemas.microsoft.com/office/drawing/2014/main" id="{862C6450-C494-4275-86FF-FAEDEE970918}"/>
              </a:ext>
            </a:extLst>
          </p:cNvPr>
          <p:cNvSpPr>
            <a:spLocks xmlns:a="http://schemas.openxmlformats.org/drawingml/2006/main" noGrp="1"/>
          </p:cNvSpPr>
          <p:nvPr/>
        </p:nvSpPr>
        <p:spPr>
          <a:xfrm xmlns:a="http://schemas.openxmlformats.org/drawingml/2006/main">
            <a:off x="10055543" y="3681317"/>
            <a:ext cx="276701" cy="276701"/>
          </a:xfrm>
          <a:prstGeom xmlns:a="http://schemas.openxmlformats.org/drawingml/2006/main" prst="rect">
            <a:avLst/>
          </a:prstGeom>
          <a:solidFill xmlns:a="http://schemas.openxmlformats.org/drawingml/2006/main">
            <a:srgbClr val="0A202D"/>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56" b="1">
                <a:solidFill>
                  <a:srgbClr val="F8FAF8"/>
                </a:solidFill>
                <a:latin typeface="DejaVu Sans"/>
                <a:ea typeface="DejaVu Sans"/>
                <a:cs typeface="DejaVu Sans"/>
              </a:defRPr>
            </a:defPPr>
            <a:lvl1pPr algn="ctr">
              <a:defRPr sz="1556" b="1">
                <a:solidFill>
                  <a:srgbClr val="F8FAF8"/>
                </a:solidFill>
                <a:latin typeface="DejaVu Sans"/>
                <a:ea typeface="DejaVu Sans"/>
                <a:cs typeface="DejaVu Sans"/>
              </a:defRPr>
            </a:lvl1pPr>
            <a:lvl2pPr algn="ctr">
              <a:defRPr sz="1556" b="1">
                <a:solidFill>
                  <a:srgbClr val="F8FAF8"/>
                </a:solidFill>
                <a:latin typeface="DejaVu Sans"/>
                <a:ea typeface="DejaVu Sans"/>
                <a:cs typeface="DejaVu Sans"/>
              </a:defRPr>
            </a:lvl2pPr>
            <a:lvl3pPr algn="ctr">
              <a:defRPr sz="1556" b="1">
                <a:solidFill>
                  <a:srgbClr val="F8FAF8"/>
                </a:solidFill>
                <a:latin typeface="DejaVu Sans"/>
                <a:ea typeface="DejaVu Sans"/>
                <a:cs typeface="DejaVu Sans"/>
              </a:defRPr>
            </a:lvl3pPr>
            <a:lvl4pPr algn="ctr">
              <a:defRPr sz="1556" b="1">
                <a:solidFill>
                  <a:srgbClr val="F8FAF8"/>
                </a:solidFill>
                <a:latin typeface="DejaVu Sans"/>
                <a:ea typeface="DejaVu Sans"/>
                <a:cs typeface="DejaVu Sans"/>
              </a:defRPr>
            </a:lvl4pPr>
            <a:lvl5pPr algn="ctr">
              <a:defRPr sz="1556" b="1">
                <a:solidFill>
                  <a:srgbClr val="F8FAF8"/>
                </a:solidFill>
                <a:latin typeface="DejaVu Sans"/>
                <a:ea typeface="DejaVu Sans"/>
                <a:cs typeface="DejaVu Sans"/>
              </a:defRPr>
            </a:lvl5pPr>
            <a:lvl6pPr algn="ctr">
              <a:defRPr sz="1556" b="1">
                <a:solidFill>
                  <a:srgbClr val="F8FAF8"/>
                </a:solidFill>
                <a:latin typeface="DejaVu Sans"/>
                <a:ea typeface="DejaVu Sans"/>
                <a:cs typeface="DejaVu Sans"/>
              </a:defRPr>
            </a:lvl6pPr>
            <a:lvl7pPr algn="ctr">
              <a:defRPr sz="1556" b="1">
                <a:solidFill>
                  <a:srgbClr val="F8FAF8"/>
                </a:solidFill>
                <a:latin typeface="DejaVu Sans"/>
                <a:ea typeface="DejaVu Sans"/>
                <a:cs typeface="DejaVu Sans"/>
              </a:defRPr>
            </a:lvl7pPr>
            <a:lvl8pPr algn="ctr">
              <a:defRPr sz="1556" b="1">
                <a:solidFill>
                  <a:srgbClr val="F8FAF8"/>
                </a:solidFill>
                <a:latin typeface="DejaVu Sans"/>
                <a:ea typeface="DejaVu Sans"/>
                <a:cs typeface="DejaVu Sans"/>
              </a:defRPr>
            </a:lvl8pPr>
            <a:lvl9pPr algn="ctr">
              <a:defRPr sz="1556" b="1">
                <a:solidFill>
                  <a:srgbClr val="F8FAF8"/>
                </a:solidFill>
                <a:latin typeface="DejaVu Sans"/>
                <a:ea typeface="DejaVu Sans"/>
                <a:cs typeface="DejaVu Sans"/>
              </a:defRPr>
            </a:lvl9pPr>
          </a:lstStyle>
          <a:p xmlns:a="http://schemas.openxmlformats.org/drawingml/2006/main">
            <a:pPr algn="ctr">
              <a:defRPr sz="1556" b="1">
                <a:solidFill>
                  <a:srgbClr val="F8FAF8"/>
                </a:solidFill>
                <a:latin typeface="DejaVu Sans"/>
                <a:ea typeface="DejaVu Sans"/>
                <a:cs typeface="DejaVu Sans"/>
              </a:defRPr>
            </a:pPr>
            <a:r>
              <a:rPr sz="1556" b="1">
                <a:solidFill>
                  <a:srgbClr val="F8FAF8"/>
                </a:solidFill>
                <a:latin typeface="DejaVu Sans"/>
                <a:ea typeface="DejaVu Sans"/>
                <a:cs typeface="DejaVu Sans"/>
              </a:rPr>
              <a:t>8</a:t>
            </a:r>
          </a:p>
        </p:txBody>
      </p:sp>
      <p:sp>
        <p:nvSpPr>
          <p:cNvPr id="20" name="text-19">
            <a:extLst xmlns:a="http://schemas.openxmlformats.org/drawingml/2006/main">
              <a:ext uri="{FF2B5EF4-FFF2-40B4-BE49-F238E27FC236}">
                <a16:creationId xmlns:a16="http://schemas.microsoft.com/office/drawing/2014/main" id="{F34AB724-18C0-4224-98DE-8917271EEF94}"/>
              </a:ext>
            </a:extLst>
          </p:cNvPr>
          <p:cNvSpPr>
            <a:spLocks xmlns:a="http://schemas.openxmlformats.org/drawingml/2006/main" noGrp="1"/>
          </p:cNvSpPr>
          <p:nvPr/>
        </p:nvSpPr>
        <p:spPr>
          <a:xfrm xmlns:a="http://schemas.openxmlformats.org/drawingml/2006/main">
            <a:off x="11399520" y="2961894"/>
            <a:ext cx="276701" cy="276701"/>
          </a:xfrm>
          <a:prstGeom xmlns:a="http://schemas.openxmlformats.org/drawingml/2006/main" prst="rect">
            <a:avLst/>
          </a:prstGeom>
          <a:solidFill xmlns:a="http://schemas.openxmlformats.org/drawingml/2006/main">
            <a:srgbClr val="0A202D"/>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56" b="1">
                <a:solidFill>
                  <a:srgbClr val="E3AF69"/>
                </a:solidFill>
                <a:latin typeface="DejaVu Sans"/>
                <a:ea typeface="DejaVu Sans"/>
                <a:cs typeface="DejaVu Sans"/>
              </a:defRPr>
            </a:defPPr>
            <a:lvl1pPr algn="ctr">
              <a:defRPr sz="1556" b="1">
                <a:solidFill>
                  <a:srgbClr val="E3AF69"/>
                </a:solidFill>
                <a:latin typeface="DejaVu Sans"/>
                <a:ea typeface="DejaVu Sans"/>
                <a:cs typeface="DejaVu Sans"/>
              </a:defRPr>
            </a:lvl1pPr>
            <a:lvl2pPr algn="ctr">
              <a:defRPr sz="1556" b="1">
                <a:solidFill>
                  <a:srgbClr val="E3AF69"/>
                </a:solidFill>
                <a:latin typeface="DejaVu Sans"/>
                <a:ea typeface="DejaVu Sans"/>
                <a:cs typeface="DejaVu Sans"/>
              </a:defRPr>
            </a:lvl2pPr>
            <a:lvl3pPr algn="ctr">
              <a:defRPr sz="1556" b="1">
                <a:solidFill>
                  <a:srgbClr val="E3AF69"/>
                </a:solidFill>
                <a:latin typeface="DejaVu Sans"/>
                <a:ea typeface="DejaVu Sans"/>
                <a:cs typeface="DejaVu Sans"/>
              </a:defRPr>
            </a:lvl3pPr>
            <a:lvl4pPr algn="ctr">
              <a:defRPr sz="1556" b="1">
                <a:solidFill>
                  <a:srgbClr val="E3AF69"/>
                </a:solidFill>
                <a:latin typeface="DejaVu Sans"/>
                <a:ea typeface="DejaVu Sans"/>
                <a:cs typeface="DejaVu Sans"/>
              </a:defRPr>
            </a:lvl4pPr>
            <a:lvl5pPr algn="ctr">
              <a:defRPr sz="1556" b="1">
                <a:solidFill>
                  <a:srgbClr val="E3AF69"/>
                </a:solidFill>
                <a:latin typeface="DejaVu Sans"/>
                <a:ea typeface="DejaVu Sans"/>
                <a:cs typeface="DejaVu Sans"/>
              </a:defRPr>
            </a:lvl5pPr>
            <a:lvl6pPr algn="ctr">
              <a:defRPr sz="1556" b="1">
                <a:solidFill>
                  <a:srgbClr val="E3AF69"/>
                </a:solidFill>
                <a:latin typeface="DejaVu Sans"/>
                <a:ea typeface="DejaVu Sans"/>
                <a:cs typeface="DejaVu Sans"/>
              </a:defRPr>
            </a:lvl6pPr>
            <a:lvl7pPr algn="ctr">
              <a:defRPr sz="1556" b="1">
                <a:solidFill>
                  <a:srgbClr val="E3AF69"/>
                </a:solidFill>
                <a:latin typeface="DejaVu Sans"/>
                <a:ea typeface="DejaVu Sans"/>
                <a:cs typeface="DejaVu Sans"/>
              </a:defRPr>
            </a:lvl7pPr>
            <a:lvl8pPr algn="ctr">
              <a:defRPr sz="1556" b="1">
                <a:solidFill>
                  <a:srgbClr val="E3AF69"/>
                </a:solidFill>
                <a:latin typeface="DejaVu Sans"/>
                <a:ea typeface="DejaVu Sans"/>
                <a:cs typeface="DejaVu Sans"/>
              </a:defRPr>
            </a:lvl8pPr>
            <a:lvl9pPr algn="ctr">
              <a:defRPr sz="1556" b="1">
                <a:solidFill>
                  <a:srgbClr val="E3AF69"/>
                </a:solidFill>
                <a:latin typeface="DejaVu Sans"/>
                <a:ea typeface="DejaVu Sans"/>
                <a:cs typeface="DejaVu Sans"/>
              </a:defRPr>
            </a:lvl9pPr>
          </a:lstStyle>
          <a:p xmlns:a="http://schemas.openxmlformats.org/drawingml/2006/main">
            <a:pPr algn="ctr">
              <a:defRPr sz="1556" b="1">
                <a:solidFill>
                  <a:srgbClr val="E3AF69"/>
                </a:solidFill>
                <a:latin typeface="DejaVu Sans"/>
                <a:ea typeface="DejaVu Sans"/>
                <a:cs typeface="DejaVu Sans"/>
              </a:defRPr>
            </a:pPr>
            <a:r>
              <a:rPr sz="1556" b="1">
                <a:solidFill>
                  <a:srgbClr val="E3AF69"/>
                </a:solidFill>
                <a:latin typeface="DejaVu Sans"/>
                <a:ea typeface="DejaVu Sans"/>
                <a:cs typeface="DejaVu Sans"/>
              </a:rPr>
              <a:t>2</a:t>
            </a:r>
          </a:p>
        </p:txBody>
      </p:sp>
      <p:sp>
        <p:nvSpPr>
          <p:cNvPr id="21" name="text-20">
            <a:extLst xmlns:a="http://schemas.openxmlformats.org/drawingml/2006/main">
              <a:ext uri="{FF2B5EF4-FFF2-40B4-BE49-F238E27FC236}">
                <a16:creationId xmlns:a16="http://schemas.microsoft.com/office/drawing/2014/main" id="{C5A54AFC-B94B-41B9-87FC-4B0C462CF82E}"/>
              </a:ext>
            </a:extLst>
          </p:cNvPr>
          <p:cNvSpPr>
            <a:spLocks xmlns:a="http://schemas.openxmlformats.org/drawingml/2006/main" noGrp="1"/>
          </p:cNvSpPr>
          <p:nvPr/>
        </p:nvSpPr>
        <p:spPr>
          <a:xfrm xmlns:a="http://schemas.openxmlformats.org/drawingml/2006/main">
            <a:off x="7753350" y="5095875"/>
            <a:ext cx="523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8BD2D4"/>
                </a:solidFill>
                <a:latin typeface="DejaVu Sans"/>
                <a:ea typeface="DejaVu Sans"/>
                <a:cs typeface="DejaVu Sans"/>
              </a:defRPr>
            </a:defPPr>
            <a:lvl1pPr algn="l">
              <a:defRPr sz="1725" b="0">
                <a:solidFill>
                  <a:srgbClr val="8BD2D4"/>
                </a:solidFill>
                <a:latin typeface="DejaVu Sans"/>
                <a:ea typeface="DejaVu Sans"/>
                <a:cs typeface="DejaVu Sans"/>
              </a:defRPr>
            </a:lvl1pPr>
            <a:lvl2pPr algn="l">
              <a:defRPr sz="1725" b="0">
                <a:solidFill>
                  <a:srgbClr val="8BD2D4"/>
                </a:solidFill>
                <a:latin typeface="DejaVu Sans"/>
                <a:ea typeface="DejaVu Sans"/>
                <a:cs typeface="DejaVu Sans"/>
              </a:defRPr>
            </a:lvl2pPr>
            <a:lvl3pPr algn="l">
              <a:defRPr sz="1725" b="0">
                <a:solidFill>
                  <a:srgbClr val="8BD2D4"/>
                </a:solidFill>
                <a:latin typeface="DejaVu Sans"/>
                <a:ea typeface="DejaVu Sans"/>
                <a:cs typeface="DejaVu Sans"/>
              </a:defRPr>
            </a:lvl3pPr>
            <a:lvl4pPr algn="l">
              <a:defRPr sz="1725" b="0">
                <a:solidFill>
                  <a:srgbClr val="8BD2D4"/>
                </a:solidFill>
                <a:latin typeface="DejaVu Sans"/>
                <a:ea typeface="DejaVu Sans"/>
                <a:cs typeface="DejaVu Sans"/>
              </a:defRPr>
            </a:lvl4pPr>
            <a:lvl5pPr algn="l">
              <a:defRPr sz="1725" b="0">
                <a:solidFill>
                  <a:srgbClr val="8BD2D4"/>
                </a:solidFill>
                <a:latin typeface="DejaVu Sans"/>
                <a:ea typeface="DejaVu Sans"/>
                <a:cs typeface="DejaVu Sans"/>
              </a:defRPr>
            </a:lvl5pPr>
            <a:lvl6pPr algn="l">
              <a:defRPr sz="1725" b="0">
                <a:solidFill>
                  <a:srgbClr val="8BD2D4"/>
                </a:solidFill>
                <a:latin typeface="DejaVu Sans"/>
                <a:ea typeface="DejaVu Sans"/>
                <a:cs typeface="DejaVu Sans"/>
              </a:defRPr>
            </a:lvl6pPr>
            <a:lvl7pPr algn="l">
              <a:defRPr sz="1725" b="0">
                <a:solidFill>
                  <a:srgbClr val="8BD2D4"/>
                </a:solidFill>
                <a:latin typeface="DejaVu Sans"/>
                <a:ea typeface="DejaVu Sans"/>
                <a:cs typeface="DejaVu Sans"/>
              </a:defRPr>
            </a:lvl7pPr>
            <a:lvl8pPr algn="l">
              <a:defRPr sz="1725" b="0">
                <a:solidFill>
                  <a:srgbClr val="8BD2D4"/>
                </a:solidFill>
                <a:latin typeface="DejaVu Sans"/>
                <a:ea typeface="DejaVu Sans"/>
                <a:cs typeface="DejaVu Sans"/>
              </a:defRPr>
            </a:lvl8pPr>
            <a:lvl9pPr algn="l">
              <a:defRPr sz="1725" b="0">
                <a:solidFill>
                  <a:srgbClr val="8BD2D4"/>
                </a:solidFill>
                <a:latin typeface="DejaVu Sans"/>
                <a:ea typeface="DejaVu Sans"/>
                <a:cs typeface="DejaVu Sans"/>
              </a:defRPr>
            </a:lvl9pPr>
          </a:lstStyle>
          <a:p xmlns:a="http://schemas.openxmlformats.org/drawingml/2006/main">
            <a:pPr algn="l">
              <a:defRPr sz="1725" b="0">
                <a:solidFill>
                  <a:srgbClr val="8BD2D4"/>
                </a:solidFill>
                <a:latin typeface="DejaVu Sans"/>
                <a:ea typeface="DejaVu Sans"/>
                <a:cs typeface="DejaVu Sans"/>
              </a:defRPr>
            </a:pPr>
            <a:r>
              <a:rPr sz="1725" b="0">
                <a:solidFill>
                  <a:srgbClr val="8BD2D4"/>
                </a:solidFill>
                <a:latin typeface="DejaVu Sans"/>
                <a:ea typeface="DejaVu Sans"/>
                <a:cs typeface="DejaVu Sans"/>
              </a:rPr>
              <a:t>Dijkstra on an explicit directed graph</a:t>
            </a:r>
          </a:p>
        </p:txBody>
      </p:sp>
      <p:sp>
        <p:nvSpPr>
          <p:cNvPr id="22" name="text-21">
            <a:extLst xmlns:a="http://schemas.openxmlformats.org/drawingml/2006/main">
              <a:ext uri="{FF2B5EF4-FFF2-40B4-BE49-F238E27FC236}">
                <a16:creationId xmlns:a16="http://schemas.microsoft.com/office/drawing/2014/main" id="{4E942228-AB37-459C-931D-BF313BA5D350}"/>
              </a:ext>
            </a:extLst>
          </p:cNvPr>
          <p:cNvSpPr>
            <a:spLocks xmlns:a="http://schemas.openxmlformats.org/drawingml/2006/main" noGrp="1"/>
          </p:cNvSpPr>
          <p:nvPr/>
        </p:nvSpPr>
        <p:spPr>
          <a:xfrm xmlns:a="http://schemas.openxmlformats.org/drawingml/2006/main">
            <a:off x="742950" y="6162675"/>
            <a:ext cx="1047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8FAF8"/>
                </a:solidFill>
                <a:latin typeface="DejaVu Sans"/>
                <a:ea typeface="DejaVu Sans"/>
                <a:cs typeface="DejaVu Sans"/>
              </a:defRPr>
            </a:defPPr>
            <a:lvl1pPr algn="l">
              <a:defRPr sz="1875" b="0">
                <a:solidFill>
                  <a:srgbClr val="F8FAF8"/>
                </a:solidFill>
                <a:latin typeface="DejaVu Sans"/>
                <a:ea typeface="DejaVu Sans"/>
                <a:cs typeface="DejaVu Sans"/>
              </a:defRPr>
            </a:lvl1pPr>
            <a:lvl2pPr algn="l">
              <a:defRPr sz="1875" b="0">
                <a:solidFill>
                  <a:srgbClr val="F8FAF8"/>
                </a:solidFill>
                <a:latin typeface="DejaVu Sans"/>
                <a:ea typeface="DejaVu Sans"/>
                <a:cs typeface="DejaVu Sans"/>
              </a:defRPr>
            </a:lvl2pPr>
            <a:lvl3pPr algn="l">
              <a:defRPr sz="1875" b="0">
                <a:solidFill>
                  <a:srgbClr val="F8FAF8"/>
                </a:solidFill>
                <a:latin typeface="DejaVu Sans"/>
                <a:ea typeface="DejaVu Sans"/>
                <a:cs typeface="DejaVu Sans"/>
              </a:defRPr>
            </a:lvl3pPr>
            <a:lvl4pPr algn="l">
              <a:defRPr sz="1875" b="0">
                <a:solidFill>
                  <a:srgbClr val="F8FAF8"/>
                </a:solidFill>
                <a:latin typeface="DejaVu Sans"/>
                <a:ea typeface="DejaVu Sans"/>
                <a:cs typeface="DejaVu Sans"/>
              </a:defRPr>
            </a:lvl4pPr>
            <a:lvl5pPr algn="l">
              <a:defRPr sz="1875" b="0">
                <a:solidFill>
                  <a:srgbClr val="F8FAF8"/>
                </a:solidFill>
                <a:latin typeface="DejaVu Sans"/>
                <a:ea typeface="DejaVu Sans"/>
                <a:cs typeface="DejaVu Sans"/>
              </a:defRPr>
            </a:lvl5pPr>
            <a:lvl6pPr algn="l">
              <a:defRPr sz="1875" b="0">
                <a:solidFill>
                  <a:srgbClr val="F8FAF8"/>
                </a:solidFill>
                <a:latin typeface="DejaVu Sans"/>
                <a:ea typeface="DejaVu Sans"/>
                <a:cs typeface="DejaVu Sans"/>
              </a:defRPr>
            </a:lvl6pPr>
            <a:lvl7pPr algn="l">
              <a:defRPr sz="1875" b="0">
                <a:solidFill>
                  <a:srgbClr val="F8FAF8"/>
                </a:solidFill>
                <a:latin typeface="DejaVu Sans"/>
                <a:ea typeface="DejaVu Sans"/>
                <a:cs typeface="DejaVu Sans"/>
              </a:defRPr>
            </a:lvl7pPr>
            <a:lvl8pPr algn="l">
              <a:defRPr sz="1875" b="0">
                <a:solidFill>
                  <a:srgbClr val="F8FAF8"/>
                </a:solidFill>
                <a:latin typeface="DejaVu Sans"/>
                <a:ea typeface="DejaVu Sans"/>
                <a:cs typeface="DejaVu Sans"/>
              </a:defRPr>
            </a:lvl8pPr>
            <a:lvl9pPr algn="l">
              <a:defRPr sz="1875" b="0">
                <a:solidFill>
                  <a:srgbClr val="F8FAF8"/>
                </a:solidFill>
                <a:latin typeface="DejaVu Sans"/>
                <a:ea typeface="DejaVu Sans"/>
                <a:cs typeface="DejaVu Sans"/>
              </a:defRPr>
            </a:lvl9pPr>
          </a:lstStyle>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Aaditya Shah</a:t>
            </a:r>
          </a:p>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BTech CSE, Manipal University Jaipur</a:t>
            </a:r>
          </a:p>
        </p:txBody>
      </p:sp>
      <p:sp>
        <p:nvSpPr>
          <p:cNvPr id="23" name="text-22">
            <a:extLst xmlns:a="http://schemas.openxmlformats.org/drawingml/2006/main">
              <a:ext uri="{FF2B5EF4-FFF2-40B4-BE49-F238E27FC236}">
                <a16:creationId xmlns:a16="http://schemas.microsoft.com/office/drawing/2014/main" id="{4ED107C2-BD18-4579-B3C3-26F227AA52B7}"/>
              </a:ext>
            </a:extLst>
          </p:cNvPr>
          <p:cNvSpPr>
            <a:spLocks xmlns:a="http://schemas.openxmlformats.org/drawingml/2006/main" noGrp="1"/>
          </p:cNvSpPr>
          <p:nvPr/>
        </p:nvSpPr>
        <p:spPr>
          <a:xfrm xmlns:a="http://schemas.openxmlformats.org/drawingml/2006/main">
            <a:off x="8001000" y="6238875"/>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8BD2D4"/>
                </a:solidFill>
                <a:latin typeface="DejaVu Sans"/>
                <a:ea typeface="DejaVu Sans"/>
                <a:cs typeface="DejaVu Sans"/>
              </a:defRPr>
            </a:defPPr>
            <a:lvl1pPr algn="l">
              <a:defRPr sz="1650" b="0">
                <a:solidFill>
                  <a:srgbClr val="8BD2D4"/>
                </a:solidFill>
                <a:latin typeface="DejaVu Sans"/>
                <a:ea typeface="DejaVu Sans"/>
                <a:cs typeface="DejaVu Sans"/>
              </a:defRPr>
            </a:lvl1pPr>
            <a:lvl2pPr algn="l">
              <a:defRPr sz="1650" b="0">
                <a:solidFill>
                  <a:srgbClr val="8BD2D4"/>
                </a:solidFill>
                <a:latin typeface="DejaVu Sans"/>
                <a:ea typeface="DejaVu Sans"/>
                <a:cs typeface="DejaVu Sans"/>
              </a:defRPr>
            </a:lvl2pPr>
            <a:lvl3pPr algn="l">
              <a:defRPr sz="1650" b="0">
                <a:solidFill>
                  <a:srgbClr val="8BD2D4"/>
                </a:solidFill>
                <a:latin typeface="DejaVu Sans"/>
                <a:ea typeface="DejaVu Sans"/>
                <a:cs typeface="DejaVu Sans"/>
              </a:defRPr>
            </a:lvl3pPr>
            <a:lvl4pPr algn="l">
              <a:defRPr sz="1650" b="0">
                <a:solidFill>
                  <a:srgbClr val="8BD2D4"/>
                </a:solidFill>
                <a:latin typeface="DejaVu Sans"/>
                <a:ea typeface="DejaVu Sans"/>
                <a:cs typeface="DejaVu Sans"/>
              </a:defRPr>
            </a:lvl4pPr>
            <a:lvl5pPr algn="l">
              <a:defRPr sz="1650" b="0">
                <a:solidFill>
                  <a:srgbClr val="8BD2D4"/>
                </a:solidFill>
                <a:latin typeface="DejaVu Sans"/>
                <a:ea typeface="DejaVu Sans"/>
                <a:cs typeface="DejaVu Sans"/>
              </a:defRPr>
            </a:lvl5pPr>
            <a:lvl6pPr algn="l">
              <a:defRPr sz="1650" b="0">
                <a:solidFill>
                  <a:srgbClr val="8BD2D4"/>
                </a:solidFill>
                <a:latin typeface="DejaVu Sans"/>
                <a:ea typeface="DejaVu Sans"/>
                <a:cs typeface="DejaVu Sans"/>
              </a:defRPr>
            </a:lvl6pPr>
            <a:lvl7pPr algn="l">
              <a:defRPr sz="1650" b="0">
                <a:solidFill>
                  <a:srgbClr val="8BD2D4"/>
                </a:solidFill>
                <a:latin typeface="DejaVu Sans"/>
                <a:ea typeface="DejaVu Sans"/>
                <a:cs typeface="DejaVu Sans"/>
              </a:defRPr>
            </a:lvl7pPr>
            <a:lvl8pPr algn="l">
              <a:defRPr sz="1650" b="0">
                <a:solidFill>
                  <a:srgbClr val="8BD2D4"/>
                </a:solidFill>
                <a:latin typeface="DejaVu Sans"/>
                <a:ea typeface="DejaVu Sans"/>
                <a:cs typeface="DejaVu Sans"/>
              </a:defRPr>
            </a:lvl8pPr>
            <a:lvl9pPr algn="l">
              <a:defRPr sz="1650" b="0">
                <a:solidFill>
                  <a:srgbClr val="8BD2D4"/>
                </a:solidFill>
                <a:latin typeface="DejaVu Sans"/>
                <a:ea typeface="DejaVu Sans"/>
                <a:cs typeface="DejaVu Sans"/>
              </a:defRPr>
            </a:lvl9pPr>
          </a:lstStyle>
          <a:p xmlns:a="http://schemas.openxmlformats.org/drawingml/2006/main">
            <a:pPr algn="l">
              <a:defRPr sz="1650" b="0">
                <a:solidFill>
                  <a:srgbClr val="8BD2D4"/>
                </a:solidFill>
                <a:latin typeface="DejaVu Sans"/>
                <a:ea typeface="DejaVu Sans"/>
                <a:cs typeface="DejaVu Sans"/>
              </a:defRPr>
            </a:pPr>
            <a:r>
              <a:rPr sz="1650" b="0">
                <a:solidFill>
                  <a:srgbClr val="8BD2D4"/>
                </a:solidFill>
                <a:latin typeface="DejaVu Sans"/>
                <a:ea typeface="DejaVu Sans"/>
                <a:cs typeface="DejaVu Sans"/>
              </a:rPr>
              <a:t>Data Structures and Algorithms project</a:t>
            </a:r>
          </a:p>
          <a:p xmlns:a="http://schemas.openxmlformats.org/drawingml/2006/main">
            <a:pPr algn="l">
              <a:defRPr sz="1650" b="0">
                <a:solidFill>
                  <a:srgbClr val="8BD2D4"/>
                </a:solidFill>
                <a:latin typeface="DejaVu Sans"/>
                <a:ea typeface="DejaVu Sans"/>
                <a:cs typeface="DejaVu Sans"/>
              </a:defRPr>
            </a:pPr>
            <a:r>
              <a:rPr sz="1650" b="0">
                <a:solidFill>
                  <a:srgbClr val="8BD2D4"/>
                </a:solidFill>
                <a:latin typeface="DejaVu Sans"/>
                <a:ea typeface="DejaVu Sans"/>
                <a:cs typeface="DejaVu Sans"/>
              </a:rPr>
              <a:t>19 October 2026</a:t>
            </a:r>
          </a:p>
        </p:txBody>
      </p:sp>
    </p:spTree>
    <p:extLst>
      <p:ext uri="{BB962C8B-B14F-4D97-AF65-F5344CB8AC3E}">
        <p14:creationId xmlns:p14="http://schemas.microsoft.com/office/powerpoint/2010/main" val="1882643319"/>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4F88BB3E-14B6-4BDE-8625-FE3602F75F55}"/>
              </a:ext>
            </a:extLst>
          </p:cNvPr>
          <p:cNvCxnSpPr>
            <a:stCxn xmlns:a="http://schemas.openxmlformats.org/drawingml/2006/main" id="6" idx="6"/>
            <a:endCxn xmlns:a="http://schemas.openxmlformats.org/drawingml/2006/main" id="7" idx="2"/>
          </p:cNvCxnSpPr>
          <p:nvPr/>
        </p:nvCxnSpPr>
        <p:spPr>
          <a:xfrm xmlns:a="http://schemas.openxmlformats.org/drawingml/2006/main">
            <a:off x="4592955" y="3327083"/>
            <a:ext cx="1029653" cy="0"/>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6" name="">
            <a:extLst xmlns:a="http://schemas.openxmlformats.org/drawingml/2006/main">
              <a:ext uri="{FF2B5EF4-FFF2-40B4-BE49-F238E27FC236}">
                <a16:creationId xmlns:a16="http://schemas.microsoft.com/office/drawing/2014/main" id="{337BFC25-791B-4FFE-AE3F-DC7087C385BC}"/>
              </a:ext>
            </a:extLst>
          </p:cNvPr>
          <p:cNvCxnSpPr>
            <a:stCxn xmlns:a="http://schemas.openxmlformats.org/drawingml/2006/main" id="5" idx="7"/>
            <a:endCxn xmlns:a="http://schemas.openxmlformats.org/drawingml/2006/main" id="6" idx="3"/>
          </p:cNvCxnSpPr>
          <p:nvPr/>
        </p:nvCxnSpPr>
        <p:spPr>
          <a:xfrm xmlns:a="http://schemas.openxmlformats.org/drawingml/2006/main" flipV="1">
            <a:off x="2813117" y="3517015"/>
            <a:ext cx="1321300" cy="694555"/>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4" name="">
            <a:extLst xmlns:a="http://schemas.openxmlformats.org/drawingml/2006/main">
              <a:ext uri="{FF2B5EF4-FFF2-40B4-BE49-F238E27FC236}">
                <a16:creationId xmlns:a16="http://schemas.microsoft.com/office/drawing/2014/main" id="{E37D9CC3-DCDB-4016-BDC0-2B6845A0D35C}"/>
              </a:ext>
            </a:extLst>
          </p:cNvPr>
          <p:cNvCxnSpPr>
            <a:stCxn xmlns:a="http://schemas.openxmlformats.org/drawingml/2006/main" id="4" idx="5"/>
            <a:endCxn xmlns:a="http://schemas.openxmlformats.org/drawingml/2006/main" id="6" idx="1"/>
          </p:cNvCxnSpPr>
          <p:nvPr/>
        </p:nvCxnSpPr>
        <p:spPr>
          <a:xfrm xmlns:a="http://schemas.openxmlformats.org/drawingml/2006/main">
            <a:off x="2813117" y="2487362"/>
            <a:ext cx="1321300" cy="649788"/>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2" name="">
            <a:extLst xmlns:a="http://schemas.openxmlformats.org/drawingml/2006/main">
              <a:ext uri="{FF2B5EF4-FFF2-40B4-BE49-F238E27FC236}">
                <a16:creationId xmlns:a16="http://schemas.microsoft.com/office/drawing/2014/main" id="{C3722773-2D88-4B9E-8B5B-E64C3E1FFE11}"/>
              </a:ext>
            </a:extLst>
          </p:cNvPr>
          <p:cNvCxnSpPr>
            <a:stCxn xmlns:a="http://schemas.openxmlformats.org/drawingml/2006/main" id="5" idx="0"/>
            <a:endCxn xmlns:a="http://schemas.openxmlformats.org/drawingml/2006/main" id="4" idx="4"/>
          </p:cNvCxnSpPr>
          <p:nvPr/>
        </p:nvCxnSpPr>
        <p:spPr>
          <a:xfrm xmlns:a="http://schemas.openxmlformats.org/drawingml/2006/main" flipV="1">
            <a:off x="2623185" y="2566035"/>
            <a:ext cx="0" cy="1566863"/>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0" name="">
            <a:extLst xmlns:a="http://schemas.openxmlformats.org/drawingml/2006/main">
              <a:ext uri="{FF2B5EF4-FFF2-40B4-BE49-F238E27FC236}">
                <a16:creationId xmlns:a16="http://schemas.microsoft.com/office/drawing/2014/main" id="{64A47C57-2645-482A-BB09-D2384CB06DE8}"/>
              </a:ext>
            </a:extLst>
          </p:cNvPr>
          <p:cNvCxnSpPr>
            <a:stCxn xmlns:a="http://schemas.openxmlformats.org/drawingml/2006/main" id="3" idx="5"/>
            <a:endCxn xmlns:a="http://schemas.openxmlformats.org/drawingml/2006/main" id="5" idx="1"/>
          </p:cNvCxnSpPr>
          <p:nvPr/>
        </p:nvCxnSpPr>
        <p:spPr>
          <a:xfrm xmlns:a="http://schemas.openxmlformats.org/drawingml/2006/main">
            <a:off x="1201487" y="3517015"/>
            <a:ext cx="1231765" cy="694555"/>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8" name="">
            <a:extLst xmlns:a="http://schemas.openxmlformats.org/drawingml/2006/main">
              <a:ext uri="{FF2B5EF4-FFF2-40B4-BE49-F238E27FC236}">
                <a16:creationId xmlns:a16="http://schemas.microsoft.com/office/drawing/2014/main" id="{B68A69AA-95F1-4211-9813-C2F5B806EBE4}"/>
              </a:ext>
            </a:extLst>
          </p:cNvPr>
          <p:cNvCxnSpPr>
            <a:stCxn xmlns:a="http://schemas.openxmlformats.org/drawingml/2006/main" id="3" idx="7"/>
            <a:endCxn xmlns:a="http://schemas.openxmlformats.org/drawingml/2006/main" id="4" idx="3"/>
          </p:cNvCxnSpPr>
          <p:nvPr/>
        </p:nvCxnSpPr>
        <p:spPr>
          <a:xfrm xmlns:a="http://schemas.openxmlformats.org/drawingml/2006/main" flipV="1">
            <a:off x="1201487" y="2487362"/>
            <a:ext cx="1231765" cy="649788"/>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sp>
        <p:nvSpPr>
          <p:cNvPr id="29" name="text-0">
            <a:extLst xmlns:a="http://schemas.openxmlformats.org/drawingml/2006/main">
              <a:ext uri="{FF2B5EF4-FFF2-40B4-BE49-F238E27FC236}">
                <a16:creationId xmlns:a16="http://schemas.microsoft.com/office/drawing/2014/main" id="{80F891C5-6C86-4F9D-A6C0-216ADBD7F8A0}"/>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Graph model and problem formulation</a:t>
            </a:r>
          </a:p>
        </p:txBody>
      </p:sp>
      <p:sp>
        <p:nvSpPr>
          <p:cNvPr id="2" name="text-1">
            <a:extLst xmlns:a="http://schemas.openxmlformats.org/drawingml/2006/main">
              <a:ext uri="{FF2B5EF4-FFF2-40B4-BE49-F238E27FC236}">
                <a16:creationId xmlns:a16="http://schemas.microsoft.com/office/drawing/2014/main" id="{94DF2EDC-BD3F-49D5-B266-7C5DAE1F72A1}"/>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02</a:t>
            </a:r>
          </a:p>
        </p:txBody>
      </p:sp>
      <p:sp>
        <p:nvSpPr>
          <p:cNvPr id="3" name="graph-A">
            <a:extLst xmlns:a="http://schemas.openxmlformats.org/drawingml/2006/main">
              <a:ext uri="{FF2B5EF4-FFF2-40B4-BE49-F238E27FC236}">
                <a16:creationId xmlns:a16="http://schemas.microsoft.com/office/drawing/2014/main" id="{E717D42D-D5F6-45B8-9AF8-59EA4A6A864C}"/>
              </a:ext>
            </a:extLst>
          </p:cNvPr>
          <p:cNvSpPr>
            <a:spLocks xmlns:a="http://schemas.openxmlformats.org/drawingml/2006/main" noGrp="1"/>
          </p:cNvSpPr>
          <p:nvPr/>
        </p:nvSpPr>
        <p:spPr>
          <a:xfrm xmlns:a="http://schemas.openxmlformats.org/drawingml/2006/main">
            <a:off x="742950" y="3058478"/>
            <a:ext cx="537210" cy="537210"/>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115" b="1">
                <a:solidFill>
                  <a:srgbClr val="122D3B"/>
                </a:solidFill>
                <a:latin typeface="DejaVu Sans"/>
                <a:ea typeface="DejaVu Sans"/>
                <a:cs typeface="DejaVu Sans"/>
              </a:defRPr>
            </a:defPPr>
            <a:lvl1pPr algn="ctr">
              <a:defRPr sz="2115" b="1">
                <a:solidFill>
                  <a:srgbClr val="122D3B"/>
                </a:solidFill>
                <a:latin typeface="DejaVu Sans"/>
                <a:ea typeface="DejaVu Sans"/>
                <a:cs typeface="DejaVu Sans"/>
              </a:defRPr>
            </a:lvl1pPr>
            <a:lvl2pPr algn="ctr">
              <a:defRPr sz="2115" b="1">
                <a:solidFill>
                  <a:srgbClr val="122D3B"/>
                </a:solidFill>
                <a:latin typeface="DejaVu Sans"/>
                <a:ea typeface="DejaVu Sans"/>
                <a:cs typeface="DejaVu Sans"/>
              </a:defRPr>
            </a:lvl2pPr>
            <a:lvl3pPr algn="ctr">
              <a:defRPr sz="2115" b="1">
                <a:solidFill>
                  <a:srgbClr val="122D3B"/>
                </a:solidFill>
                <a:latin typeface="DejaVu Sans"/>
                <a:ea typeface="DejaVu Sans"/>
                <a:cs typeface="DejaVu Sans"/>
              </a:defRPr>
            </a:lvl3pPr>
            <a:lvl4pPr algn="ctr">
              <a:defRPr sz="2115" b="1">
                <a:solidFill>
                  <a:srgbClr val="122D3B"/>
                </a:solidFill>
                <a:latin typeface="DejaVu Sans"/>
                <a:ea typeface="DejaVu Sans"/>
                <a:cs typeface="DejaVu Sans"/>
              </a:defRPr>
            </a:lvl4pPr>
            <a:lvl5pPr algn="ctr">
              <a:defRPr sz="2115" b="1">
                <a:solidFill>
                  <a:srgbClr val="122D3B"/>
                </a:solidFill>
                <a:latin typeface="DejaVu Sans"/>
                <a:ea typeface="DejaVu Sans"/>
                <a:cs typeface="DejaVu Sans"/>
              </a:defRPr>
            </a:lvl5pPr>
            <a:lvl6pPr algn="ctr">
              <a:defRPr sz="2115" b="1">
                <a:solidFill>
                  <a:srgbClr val="122D3B"/>
                </a:solidFill>
                <a:latin typeface="DejaVu Sans"/>
                <a:ea typeface="DejaVu Sans"/>
                <a:cs typeface="DejaVu Sans"/>
              </a:defRPr>
            </a:lvl6pPr>
            <a:lvl7pPr algn="ctr">
              <a:defRPr sz="2115" b="1">
                <a:solidFill>
                  <a:srgbClr val="122D3B"/>
                </a:solidFill>
                <a:latin typeface="DejaVu Sans"/>
                <a:ea typeface="DejaVu Sans"/>
                <a:cs typeface="DejaVu Sans"/>
              </a:defRPr>
            </a:lvl7pPr>
            <a:lvl8pPr algn="ctr">
              <a:defRPr sz="2115" b="1">
                <a:solidFill>
                  <a:srgbClr val="122D3B"/>
                </a:solidFill>
                <a:latin typeface="DejaVu Sans"/>
                <a:ea typeface="DejaVu Sans"/>
                <a:cs typeface="DejaVu Sans"/>
              </a:defRPr>
            </a:lvl8pPr>
            <a:lvl9pPr algn="ctr">
              <a:defRPr sz="2115" b="1">
                <a:solidFill>
                  <a:srgbClr val="122D3B"/>
                </a:solidFill>
                <a:latin typeface="DejaVu Sans"/>
                <a:ea typeface="DejaVu Sans"/>
                <a:cs typeface="DejaVu Sans"/>
              </a:defRPr>
            </a:lvl9pPr>
          </a:lstStyle>
          <a:p xmlns:a="http://schemas.openxmlformats.org/drawingml/2006/main">
            <a:pPr algn="ctr">
              <a:defRPr sz="2115" b="1">
                <a:solidFill>
                  <a:srgbClr val="122D3B"/>
                </a:solidFill>
                <a:latin typeface="DejaVu Sans"/>
                <a:ea typeface="DejaVu Sans"/>
                <a:cs typeface="DejaVu Sans"/>
              </a:defRPr>
            </a:pPr>
            <a:r>
              <a:rPr sz="2115" b="1">
                <a:solidFill>
                  <a:srgbClr val="122D3B"/>
                </a:solidFill>
                <a:latin typeface="DejaVu Sans"/>
                <a:ea typeface="DejaVu Sans"/>
                <a:cs typeface="DejaVu Sans"/>
              </a:rPr>
              <a:t>A</a:t>
            </a:r>
          </a:p>
        </p:txBody>
      </p:sp>
      <p:sp>
        <p:nvSpPr>
          <p:cNvPr id="4" name="graph-B">
            <a:extLst xmlns:a="http://schemas.openxmlformats.org/drawingml/2006/main">
              <a:ext uri="{FF2B5EF4-FFF2-40B4-BE49-F238E27FC236}">
                <a16:creationId xmlns:a16="http://schemas.microsoft.com/office/drawing/2014/main" id="{7661BEEA-2C41-46BC-8C4B-CF0C550760B8}"/>
              </a:ext>
            </a:extLst>
          </p:cNvPr>
          <p:cNvSpPr>
            <a:spLocks xmlns:a="http://schemas.openxmlformats.org/drawingml/2006/main" noGrp="1"/>
          </p:cNvSpPr>
          <p:nvPr/>
        </p:nvSpPr>
        <p:spPr>
          <a:xfrm xmlns:a="http://schemas.openxmlformats.org/drawingml/2006/main">
            <a:off x="2354580" y="2028825"/>
            <a:ext cx="537210" cy="537210"/>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115" b="1">
                <a:solidFill>
                  <a:srgbClr val="122D3B"/>
                </a:solidFill>
                <a:latin typeface="DejaVu Sans"/>
                <a:ea typeface="DejaVu Sans"/>
                <a:cs typeface="DejaVu Sans"/>
              </a:defRPr>
            </a:defPPr>
            <a:lvl1pPr algn="ctr">
              <a:defRPr sz="2115" b="1">
                <a:solidFill>
                  <a:srgbClr val="122D3B"/>
                </a:solidFill>
                <a:latin typeface="DejaVu Sans"/>
                <a:ea typeface="DejaVu Sans"/>
                <a:cs typeface="DejaVu Sans"/>
              </a:defRPr>
            </a:lvl1pPr>
            <a:lvl2pPr algn="ctr">
              <a:defRPr sz="2115" b="1">
                <a:solidFill>
                  <a:srgbClr val="122D3B"/>
                </a:solidFill>
                <a:latin typeface="DejaVu Sans"/>
                <a:ea typeface="DejaVu Sans"/>
                <a:cs typeface="DejaVu Sans"/>
              </a:defRPr>
            </a:lvl2pPr>
            <a:lvl3pPr algn="ctr">
              <a:defRPr sz="2115" b="1">
                <a:solidFill>
                  <a:srgbClr val="122D3B"/>
                </a:solidFill>
                <a:latin typeface="DejaVu Sans"/>
                <a:ea typeface="DejaVu Sans"/>
                <a:cs typeface="DejaVu Sans"/>
              </a:defRPr>
            </a:lvl3pPr>
            <a:lvl4pPr algn="ctr">
              <a:defRPr sz="2115" b="1">
                <a:solidFill>
                  <a:srgbClr val="122D3B"/>
                </a:solidFill>
                <a:latin typeface="DejaVu Sans"/>
                <a:ea typeface="DejaVu Sans"/>
                <a:cs typeface="DejaVu Sans"/>
              </a:defRPr>
            </a:lvl4pPr>
            <a:lvl5pPr algn="ctr">
              <a:defRPr sz="2115" b="1">
                <a:solidFill>
                  <a:srgbClr val="122D3B"/>
                </a:solidFill>
                <a:latin typeface="DejaVu Sans"/>
                <a:ea typeface="DejaVu Sans"/>
                <a:cs typeface="DejaVu Sans"/>
              </a:defRPr>
            </a:lvl5pPr>
            <a:lvl6pPr algn="ctr">
              <a:defRPr sz="2115" b="1">
                <a:solidFill>
                  <a:srgbClr val="122D3B"/>
                </a:solidFill>
                <a:latin typeface="DejaVu Sans"/>
                <a:ea typeface="DejaVu Sans"/>
                <a:cs typeface="DejaVu Sans"/>
              </a:defRPr>
            </a:lvl6pPr>
            <a:lvl7pPr algn="ctr">
              <a:defRPr sz="2115" b="1">
                <a:solidFill>
                  <a:srgbClr val="122D3B"/>
                </a:solidFill>
                <a:latin typeface="DejaVu Sans"/>
                <a:ea typeface="DejaVu Sans"/>
                <a:cs typeface="DejaVu Sans"/>
              </a:defRPr>
            </a:lvl7pPr>
            <a:lvl8pPr algn="ctr">
              <a:defRPr sz="2115" b="1">
                <a:solidFill>
                  <a:srgbClr val="122D3B"/>
                </a:solidFill>
                <a:latin typeface="DejaVu Sans"/>
                <a:ea typeface="DejaVu Sans"/>
                <a:cs typeface="DejaVu Sans"/>
              </a:defRPr>
            </a:lvl8pPr>
            <a:lvl9pPr algn="ctr">
              <a:defRPr sz="2115" b="1">
                <a:solidFill>
                  <a:srgbClr val="122D3B"/>
                </a:solidFill>
                <a:latin typeface="DejaVu Sans"/>
                <a:ea typeface="DejaVu Sans"/>
                <a:cs typeface="DejaVu Sans"/>
              </a:defRPr>
            </a:lvl9pPr>
          </a:lstStyle>
          <a:p xmlns:a="http://schemas.openxmlformats.org/drawingml/2006/main">
            <a:pPr algn="ctr">
              <a:defRPr sz="2115" b="1">
                <a:solidFill>
                  <a:srgbClr val="122D3B"/>
                </a:solidFill>
                <a:latin typeface="DejaVu Sans"/>
                <a:ea typeface="DejaVu Sans"/>
                <a:cs typeface="DejaVu Sans"/>
              </a:defRPr>
            </a:pPr>
            <a:r>
              <a:rPr sz="2115" b="1">
                <a:solidFill>
                  <a:srgbClr val="122D3B"/>
                </a:solidFill>
                <a:latin typeface="DejaVu Sans"/>
                <a:ea typeface="DejaVu Sans"/>
                <a:cs typeface="DejaVu Sans"/>
              </a:rPr>
              <a:t>B</a:t>
            </a:r>
          </a:p>
        </p:txBody>
      </p:sp>
      <p:sp>
        <p:nvSpPr>
          <p:cNvPr id="5" name="graph-C">
            <a:extLst xmlns:a="http://schemas.openxmlformats.org/drawingml/2006/main">
              <a:ext uri="{FF2B5EF4-FFF2-40B4-BE49-F238E27FC236}">
                <a16:creationId xmlns:a16="http://schemas.microsoft.com/office/drawing/2014/main" id="{C6529900-BCF1-4DEE-9432-64D973C17A69}"/>
              </a:ext>
            </a:extLst>
          </p:cNvPr>
          <p:cNvSpPr>
            <a:spLocks xmlns:a="http://schemas.openxmlformats.org/drawingml/2006/main" noGrp="1"/>
          </p:cNvSpPr>
          <p:nvPr/>
        </p:nvSpPr>
        <p:spPr>
          <a:xfrm xmlns:a="http://schemas.openxmlformats.org/drawingml/2006/main">
            <a:off x="2354580" y="4132898"/>
            <a:ext cx="537210" cy="537210"/>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115" b="1">
                <a:solidFill>
                  <a:srgbClr val="122D3B"/>
                </a:solidFill>
                <a:latin typeface="DejaVu Sans"/>
                <a:ea typeface="DejaVu Sans"/>
                <a:cs typeface="DejaVu Sans"/>
              </a:defRPr>
            </a:defPPr>
            <a:lvl1pPr algn="ctr">
              <a:defRPr sz="2115" b="1">
                <a:solidFill>
                  <a:srgbClr val="122D3B"/>
                </a:solidFill>
                <a:latin typeface="DejaVu Sans"/>
                <a:ea typeface="DejaVu Sans"/>
                <a:cs typeface="DejaVu Sans"/>
              </a:defRPr>
            </a:lvl1pPr>
            <a:lvl2pPr algn="ctr">
              <a:defRPr sz="2115" b="1">
                <a:solidFill>
                  <a:srgbClr val="122D3B"/>
                </a:solidFill>
                <a:latin typeface="DejaVu Sans"/>
                <a:ea typeface="DejaVu Sans"/>
                <a:cs typeface="DejaVu Sans"/>
              </a:defRPr>
            </a:lvl2pPr>
            <a:lvl3pPr algn="ctr">
              <a:defRPr sz="2115" b="1">
                <a:solidFill>
                  <a:srgbClr val="122D3B"/>
                </a:solidFill>
                <a:latin typeface="DejaVu Sans"/>
                <a:ea typeface="DejaVu Sans"/>
                <a:cs typeface="DejaVu Sans"/>
              </a:defRPr>
            </a:lvl3pPr>
            <a:lvl4pPr algn="ctr">
              <a:defRPr sz="2115" b="1">
                <a:solidFill>
                  <a:srgbClr val="122D3B"/>
                </a:solidFill>
                <a:latin typeface="DejaVu Sans"/>
                <a:ea typeface="DejaVu Sans"/>
                <a:cs typeface="DejaVu Sans"/>
              </a:defRPr>
            </a:lvl4pPr>
            <a:lvl5pPr algn="ctr">
              <a:defRPr sz="2115" b="1">
                <a:solidFill>
                  <a:srgbClr val="122D3B"/>
                </a:solidFill>
                <a:latin typeface="DejaVu Sans"/>
                <a:ea typeface="DejaVu Sans"/>
                <a:cs typeface="DejaVu Sans"/>
              </a:defRPr>
            </a:lvl5pPr>
            <a:lvl6pPr algn="ctr">
              <a:defRPr sz="2115" b="1">
                <a:solidFill>
                  <a:srgbClr val="122D3B"/>
                </a:solidFill>
                <a:latin typeface="DejaVu Sans"/>
                <a:ea typeface="DejaVu Sans"/>
                <a:cs typeface="DejaVu Sans"/>
              </a:defRPr>
            </a:lvl6pPr>
            <a:lvl7pPr algn="ctr">
              <a:defRPr sz="2115" b="1">
                <a:solidFill>
                  <a:srgbClr val="122D3B"/>
                </a:solidFill>
                <a:latin typeface="DejaVu Sans"/>
                <a:ea typeface="DejaVu Sans"/>
                <a:cs typeface="DejaVu Sans"/>
              </a:defRPr>
            </a:lvl7pPr>
            <a:lvl8pPr algn="ctr">
              <a:defRPr sz="2115" b="1">
                <a:solidFill>
                  <a:srgbClr val="122D3B"/>
                </a:solidFill>
                <a:latin typeface="DejaVu Sans"/>
                <a:ea typeface="DejaVu Sans"/>
                <a:cs typeface="DejaVu Sans"/>
              </a:defRPr>
            </a:lvl8pPr>
            <a:lvl9pPr algn="ctr">
              <a:defRPr sz="2115" b="1">
                <a:solidFill>
                  <a:srgbClr val="122D3B"/>
                </a:solidFill>
                <a:latin typeface="DejaVu Sans"/>
                <a:ea typeface="DejaVu Sans"/>
                <a:cs typeface="DejaVu Sans"/>
              </a:defRPr>
            </a:lvl9pPr>
          </a:lstStyle>
          <a:p xmlns:a="http://schemas.openxmlformats.org/drawingml/2006/main">
            <a:pPr algn="ctr">
              <a:defRPr sz="2115" b="1">
                <a:solidFill>
                  <a:srgbClr val="122D3B"/>
                </a:solidFill>
                <a:latin typeface="DejaVu Sans"/>
                <a:ea typeface="DejaVu Sans"/>
                <a:cs typeface="DejaVu Sans"/>
              </a:defRPr>
            </a:pPr>
            <a:r>
              <a:rPr sz="2115" b="1">
                <a:solidFill>
                  <a:srgbClr val="122D3B"/>
                </a:solidFill>
                <a:latin typeface="DejaVu Sans"/>
                <a:ea typeface="DejaVu Sans"/>
                <a:cs typeface="DejaVu Sans"/>
              </a:rPr>
              <a:t>C</a:t>
            </a:r>
          </a:p>
        </p:txBody>
      </p:sp>
      <p:sp>
        <p:nvSpPr>
          <p:cNvPr id="6" name="graph-D">
            <a:extLst xmlns:a="http://schemas.openxmlformats.org/drawingml/2006/main">
              <a:ext uri="{FF2B5EF4-FFF2-40B4-BE49-F238E27FC236}">
                <a16:creationId xmlns:a16="http://schemas.microsoft.com/office/drawing/2014/main" id="{9E3D0261-D7C0-4D3F-97B2-6B634ABCC31E}"/>
              </a:ext>
            </a:extLst>
          </p:cNvPr>
          <p:cNvSpPr>
            <a:spLocks xmlns:a="http://schemas.openxmlformats.org/drawingml/2006/main" noGrp="1"/>
          </p:cNvSpPr>
          <p:nvPr/>
        </p:nvSpPr>
        <p:spPr>
          <a:xfrm xmlns:a="http://schemas.openxmlformats.org/drawingml/2006/main">
            <a:off x="4055745" y="3058478"/>
            <a:ext cx="537210" cy="537210"/>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115" b="1">
                <a:solidFill>
                  <a:srgbClr val="122D3B"/>
                </a:solidFill>
                <a:latin typeface="DejaVu Sans"/>
                <a:ea typeface="DejaVu Sans"/>
                <a:cs typeface="DejaVu Sans"/>
              </a:defRPr>
            </a:defPPr>
            <a:lvl1pPr algn="ctr">
              <a:defRPr sz="2115" b="1">
                <a:solidFill>
                  <a:srgbClr val="122D3B"/>
                </a:solidFill>
                <a:latin typeface="DejaVu Sans"/>
                <a:ea typeface="DejaVu Sans"/>
                <a:cs typeface="DejaVu Sans"/>
              </a:defRPr>
            </a:lvl1pPr>
            <a:lvl2pPr algn="ctr">
              <a:defRPr sz="2115" b="1">
                <a:solidFill>
                  <a:srgbClr val="122D3B"/>
                </a:solidFill>
                <a:latin typeface="DejaVu Sans"/>
                <a:ea typeface="DejaVu Sans"/>
                <a:cs typeface="DejaVu Sans"/>
              </a:defRPr>
            </a:lvl2pPr>
            <a:lvl3pPr algn="ctr">
              <a:defRPr sz="2115" b="1">
                <a:solidFill>
                  <a:srgbClr val="122D3B"/>
                </a:solidFill>
                <a:latin typeface="DejaVu Sans"/>
                <a:ea typeface="DejaVu Sans"/>
                <a:cs typeface="DejaVu Sans"/>
              </a:defRPr>
            </a:lvl3pPr>
            <a:lvl4pPr algn="ctr">
              <a:defRPr sz="2115" b="1">
                <a:solidFill>
                  <a:srgbClr val="122D3B"/>
                </a:solidFill>
                <a:latin typeface="DejaVu Sans"/>
                <a:ea typeface="DejaVu Sans"/>
                <a:cs typeface="DejaVu Sans"/>
              </a:defRPr>
            </a:lvl4pPr>
            <a:lvl5pPr algn="ctr">
              <a:defRPr sz="2115" b="1">
                <a:solidFill>
                  <a:srgbClr val="122D3B"/>
                </a:solidFill>
                <a:latin typeface="DejaVu Sans"/>
                <a:ea typeface="DejaVu Sans"/>
                <a:cs typeface="DejaVu Sans"/>
              </a:defRPr>
            </a:lvl5pPr>
            <a:lvl6pPr algn="ctr">
              <a:defRPr sz="2115" b="1">
                <a:solidFill>
                  <a:srgbClr val="122D3B"/>
                </a:solidFill>
                <a:latin typeface="DejaVu Sans"/>
                <a:ea typeface="DejaVu Sans"/>
                <a:cs typeface="DejaVu Sans"/>
              </a:defRPr>
            </a:lvl6pPr>
            <a:lvl7pPr algn="ctr">
              <a:defRPr sz="2115" b="1">
                <a:solidFill>
                  <a:srgbClr val="122D3B"/>
                </a:solidFill>
                <a:latin typeface="DejaVu Sans"/>
                <a:ea typeface="DejaVu Sans"/>
                <a:cs typeface="DejaVu Sans"/>
              </a:defRPr>
            </a:lvl7pPr>
            <a:lvl8pPr algn="ctr">
              <a:defRPr sz="2115" b="1">
                <a:solidFill>
                  <a:srgbClr val="122D3B"/>
                </a:solidFill>
                <a:latin typeface="DejaVu Sans"/>
                <a:ea typeface="DejaVu Sans"/>
                <a:cs typeface="DejaVu Sans"/>
              </a:defRPr>
            </a:lvl8pPr>
            <a:lvl9pPr algn="ctr">
              <a:defRPr sz="2115" b="1">
                <a:solidFill>
                  <a:srgbClr val="122D3B"/>
                </a:solidFill>
                <a:latin typeface="DejaVu Sans"/>
                <a:ea typeface="DejaVu Sans"/>
                <a:cs typeface="DejaVu Sans"/>
              </a:defRPr>
            </a:lvl9pPr>
          </a:lstStyle>
          <a:p xmlns:a="http://schemas.openxmlformats.org/drawingml/2006/main">
            <a:pPr algn="ctr">
              <a:defRPr sz="2115" b="1">
                <a:solidFill>
                  <a:srgbClr val="122D3B"/>
                </a:solidFill>
                <a:latin typeface="DejaVu Sans"/>
                <a:ea typeface="DejaVu Sans"/>
                <a:cs typeface="DejaVu Sans"/>
              </a:defRPr>
            </a:pPr>
            <a:r>
              <a:rPr sz="2115" b="1">
                <a:solidFill>
                  <a:srgbClr val="122D3B"/>
                </a:solidFill>
                <a:latin typeface="DejaVu Sans"/>
                <a:ea typeface="DejaVu Sans"/>
                <a:cs typeface="DejaVu Sans"/>
              </a:rPr>
              <a:t>D</a:t>
            </a:r>
          </a:p>
        </p:txBody>
      </p:sp>
      <p:sp>
        <p:nvSpPr>
          <p:cNvPr id="7" name="graph-E">
            <a:extLst xmlns:a="http://schemas.openxmlformats.org/drawingml/2006/main">
              <a:ext uri="{FF2B5EF4-FFF2-40B4-BE49-F238E27FC236}">
                <a16:creationId xmlns:a16="http://schemas.microsoft.com/office/drawing/2014/main" id="{590B2708-A988-43C8-BDF4-F510AE7E133D}"/>
              </a:ext>
            </a:extLst>
          </p:cNvPr>
          <p:cNvSpPr>
            <a:spLocks xmlns:a="http://schemas.openxmlformats.org/drawingml/2006/main" noGrp="1"/>
          </p:cNvSpPr>
          <p:nvPr/>
        </p:nvSpPr>
        <p:spPr>
          <a:xfrm xmlns:a="http://schemas.openxmlformats.org/drawingml/2006/main">
            <a:off x="5622608" y="3058478"/>
            <a:ext cx="537210" cy="537210"/>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115" b="1">
                <a:solidFill>
                  <a:srgbClr val="122D3B"/>
                </a:solidFill>
                <a:latin typeface="DejaVu Sans"/>
                <a:ea typeface="DejaVu Sans"/>
                <a:cs typeface="DejaVu Sans"/>
              </a:defRPr>
            </a:defPPr>
            <a:lvl1pPr algn="ctr">
              <a:defRPr sz="2115" b="1">
                <a:solidFill>
                  <a:srgbClr val="122D3B"/>
                </a:solidFill>
                <a:latin typeface="DejaVu Sans"/>
                <a:ea typeface="DejaVu Sans"/>
                <a:cs typeface="DejaVu Sans"/>
              </a:defRPr>
            </a:lvl1pPr>
            <a:lvl2pPr algn="ctr">
              <a:defRPr sz="2115" b="1">
                <a:solidFill>
                  <a:srgbClr val="122D3B"/>
                </a:solidFill>
                <a:latin typeface="DejaVu Sans"/>
                <a:ea typeface="DejaVu Sans"/>
                <a:cs typeface="DejaVu Sans"/>
              </a:defRPr>
            </a:lvl2pPr>
            <a:lvl3pPr algn="ctr">
              <a:defRPr sz="2115" b="1">
                <a:solidFill>
                  <a:srgbClr val="122D3B"/>
                </a:solidFill>
                <a:latin typeface="DejaVu Sans"/>
                <a:ea typeface="DejaVu Sans"/>
                <a:cs typeface="DejaVu Sans"/>
              </a:defRPr>
            </a:lvl3pPr>
            <a:lvl4pPr algn="ctr">
              <a:defRPr sz="2115" b="1">
                <a:solidFill>
                  <a:srgbClr val="122D3B"/>
                </a:solidFill>
                <a:latin typeface="DejaVu Sans"/>
                <a:ea typeface="DejaVu Sans"/>
                <a:cs typeface="DejaVu Sans"/>
              </a:defRPr>
            </a:lvl4pPr>
            <a:lvl5pPr algn="ctr">
              <a:defRPr sz="2115" b="1">
                <a:solidFill>
                  <a:srgbClr val="122D3B"/>
                </a:solidFill>
                <a:latin typeface="DejaVu Sans"/>
                <a:ea typeface="DejaVu Sans"/>
                <a:cs typeface="DejaVu Sans"/>
              </a:defRPr>
            </a:lvl5pPr>
            <a:lvl6pPr algn="ctr">
              <a:defRPr sz="2115" b="1">
                <a:solidFill>
                  <a:srgbClr val="122D3B"/>
                </a:solidFill>
                <a:latin typeface="DejaVu Sans"/>
                <a:ea typeface="DejaVu Sans"/>
                <a:cs typeface="DejaVu Sans"/>
              </a:defRPr>
            </a:lvl6pPr>
            <a:lvl7pPr algn="ctr">
              <a:defRPr sz="2115" b="1">
                <a:solidFill>
                  <a:srgbClr val="122D3B"/>
                </a:solidFill>
                <a:latin typeface="DejaVu Sans"/>
                <a:ea typeface="DejaVu Sans"/>
                <a:cs typeface="DejaVu Sans"/>
              </a:defRPr>
            </a:lvl7pPr>
            <a:lvl8pPr algn="ctr">
              <a:defRPr sz="2115" b="1">
                <a:solidFill>
                  <a:srgbClr val="122D3B"/>
                </a:solidFill>
                <a:latin typeface="DejaVu Sans"/>
                <a:ea typeface="DejaVu Sans"/>
                <a:cs typeface="DejaVu Sans"/>
              </a:defRPr>
            </a:lvl8pPr>
            <a:lvl9pPr algn="ctr">
              <a:defRPr sz="2115" b="1">
                <a:solidFill>
                  <a:srgbClr val="122D3B"/>
                </a:solidFill>
                <a:latin typeface="DejaVu Sans"/>
                <a:ea typeface="DejaVu Sans"/>
                <a:cs typeface="DejaVu Sans"/>
              </a:defRPr>
            </a:lvl9pPr>
          </a:lstStyle>
          <a:p xmlns:a="http://schemas.openxmlformats.org/drawingml/2006/main">
            <a:pPr algn="ctr">
              <a:defRPr sz="2115" b="1">
                <a:solidFill>
                  <a:srgbClr val="122D3B"/>
                </a:solidFill>
                <a:latin typeface="DejaVu Sans"/>
                <a:ea typeface="DejaVu Sans"/>
                <a:cs typeface="DejaVu Sans"/>
              </a:defRPr>
            </a:pPr>
            <a:r>
              <a:rPr sz="2115" b="1">
                <a:solidFill>
                  <a:srgbClr val="122D3B"/>
                </a:solidFill>
                <a:latin typeface="DejaVu Sans"/>
                <a:ea typeface="DejaVu Sans"/>
                <a:cs typeface="DejaVu Sans"/>
              </a:rPr>
              <a:t>E</a:t>
            </a:r>
          </a:p>
        </p:txBody>
      </p:sp>
      <p:sp>
        <p:nvSpPr>
          <p:cNvPr id="9" name="text-8">
            <a:extLst xmlns:a="http://schemas.openxmlformats.org/drawingml/2006/main">
              <a:ext uri="{FF2B5EF4-FFF2-40B4-BE49-F238E27FC236}">
                <a16:creationId xmlns:a16="http://schemas.microsoft.com/office/drawing/2014/main" id="{8A4D1B75-2E04-42DA-A33A-57176F8C96A2}"/>
              </a:ext>
            </a:extLst>
          </p:cNvPr>
          <p:cNvSpPr>
            <a:spLocks xmlns:a="http://schemas.openxmlformats.org/drawingml/2006/main" noGrp="1"/>
          </p:cNvSpPr>
          <p:nvPr/>
        </p:nvSpPr>
        <p:spPr>
          <a:xfrm xmlns:a="http://schemas.openxmlformats.org/drawingml/2006/main">
            <a:off x="1477137" y="2342198"/>
            <a:ext cx="313373" cy="313373"/>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63" b="1">
                <a:solidFill>
                  <a:srgbClr val="122D3B"/>
                </a:solidFill>
                <a:latin typeface="DejaVu Sans"/>
                <a:ea typeface="DejaVu Sans"/>
                <a:cs typeface="DejaVu Sans"/>
              </a:defRPr>
            </a:defPPr>
            <a:lvl1pPr algn="ctr">
              <a:defRPr sz="1763" b="1">
                <a:solidFill>
                  <a:srgbClr val="122D3B"/>
                </a:solidFill>
                <a:latin typeface="DejaVu Sans"/>
                <a:ea typeface="DejaVu Sans"/>
                <a:cs typeface="DejaVu Sans"/>
              </a:defRPr>
            </a:lvl1pPr>
            <a:lvl2pPr algn="ctr">
              <a:defRPr sz="1763" b="1">
                <a:solidFill>
                  <a:srgbClr val="122D3B"/>
                </a:solidFill>
                <a:latin typeface="DejaVu Sans"/>
                <a:ea typeface="DejaVu Sans"/>
                <a:cs typeface="DejaVu Sans"/>
              </a:defRPr>
            </a:lvl2pPr>
            <a:lvl3pPr algn="ctr">
              <a:defRPr sz="1763" b="1">
                <a:solidFill>
                  <a:srgbClr val="122D3B"/>
                </a:solidFill>
                <a:latin typeface="DejaVu Sans"/>
                <a:ea typeface="DejaVu Sans"/>
                <a:cs typeface="DejaVu Sans"/>
              </a:defRPr>
            </a:lvl3pPr>
            <a:lvl4pPr algn="ctr">
              <a:defRPr sz="1763" b="1">
                <a:solidFill>
                  <a:srgbClr val="122D3B"/>
                </a:solidFill>
                <a:latin typeface="DejaVu Sans"/>
                <a:ea typeface="DejaVu Sans"/>
                <a:cs typeface="DejaVu Sans"/>
              </a:defRPr>
            </a:lvl4pPr>
            <a:lvl5pPr algn="ctr">
              <a:defRPr sz="1763" b="1">
                <a:solidFill>
                  <a:srgbClr val="122D3B"/>
                </a:solidFill>
                <a:latin typeface="DejaVu Sans"/>
                <a:ea typeface="DejaVu Sans"/>
                <a:cs typeface="DejaVu Sans"/>
              </a:defRPr>
            </a:lvl5pPr>
            <a:lvl6pPr algn="ctr">
              <a:defRPr sz="1763" b="1">
                <a:solidFill>
                  <a:srgbClr val="122D3B"/>
                </a:solidFill>
                <a:latin typeface="DejaVu Sans"/>
                <a:ea typeface="DejaVu Sans"/>
                <a:cs typeface="DejaVu Sans"/>
              </a:defRPr>
            </a:lvl6pPr>
            <a:lvl7pPr algn="ctr">
              <a:defRPr sz="1763" b="1">
                <a:solidFill>
                  <a:srgbClr val="122D3B"/>
                </a:solidFill>
                <a:latin typeface="DejaVu Sans"/>
                <a:ea typeface="DejaVu Sans"/>
                <a:cs typeface="DejaVu Sans"/>
              </a:defRPr>
            </a:lvl7pPr>
            <a:lvl8pPr algn="ctr">
              <a:defRPr sz="1763" b="1">
                <a:solidFill>
                  <a:srgbClr val="122D3B"/>
                </a:solidFill>
                <a:latin typeface="DejaVu Sans"/>
                <a:ea typeface="DejaVu Sans"/>
                <a:cs typeface="DejaVu Sans"/>
              </a:defRPr>
            </a:lvl8pPr>
            <a:lvl9pPr algn="ctr">
              <a:defRPr sz="1763" b="1">
                <a:solidFill>
                  <a:srgbClr val="122D3B"/>
                </a:solidFill>
                <a:latin typeface="DejaVu Sans"/>
                <a:ea typeface="DejaVu Sans"/>
                <a:cs typeface="DejaVu Sans"/>
              </a:defRPr>
            </a:lvl9pPr>
          </a:lstStyle>
          <a:p xmlns:a="http://schemas.openxmlformats.org/drawingml/2006/main">
            <a:pPr algn="ctr">
              <a:defRPr sz="1763" b="1">
                <a:solidFill>
                  <a:srgbClr val="122D3B"/>
                </a:solidFill>
                <a:latin typeface="DejaVu Sans"/>
                <a:ea typeface="DejaVu Sans"/>
                <a:cs typeface="DejaVu Sans"/>
              </a:defRPr>
            </a:pPr>
            <a:r>
              <a:rPr sz="1763" b="1">
                <a:solidFill>
                  <a:srgbClr val="122D3B"/>
                </a:solidFill>
                <a:latin typeface="DejaVu Sans"/>
                <a:ea typeface="DejaVu Sans"/>
                <a:cs typeface="DejaVu Sans"/>
              </a:rPr>
              <a:t>4</a:t>
            </a:r>
          </a:p>
        </p:txBody>
      </p:sp>
      <p:sp>
        <p:nvSpPr>
          <p:cNvPr id="11" name="text-10">
            <a:extLst xmlns:a="http://schemas.openxmlformats.org/drawingml/2006/main">
              <a:ext uri="{FF2B5EF4-FFF2-40B4-BE49-F238E27FC236}">
                <a16:creationId xmlns:a16="http://schemas.microsoft.com/office/drawing/2014/main" id="{B70C9D04-4061-4304-AB14-D333DABD98FC}"/>
              </a:ext>
            </a:extLst>
          </p:cNvPr>
          <p:cNvSpPr>
            <a:spLocks xmlns:a="http://schemas.openxmlformats.org/drawingml/2006/main" noGrp="1"/>
          </p:cNvSpPr>
          <p:nvPr/>
        </p:nvSpPr>
        <p:spPr>
          <a:xfrm xmlns:a="http://schemas.openxmlformats.org/drawingml/2006/main">
            <a:off x="1477137" y="3846386"/>
            <a:ext cx="313373" cy="313373"/>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63" b="1">
                <a:solidFill>
                  <a:srgbClr val="122D3B"/>
                </a:solidFill>
                <a:latin typeface="DejaVu Sans"/>
                <a:ea typeface="DejaVu Sans"/>
                <a:cs typeface="DejaVu Sans"/>
              </a:defRPr>
            </a:defPPr>
            <a:lvl1pPr algn="ctr">
              <a:defRPr sz="1763" b="1">
                <a:solidFill>
                  <a:srgbClr val="122D3B"/>
                </a:solidFill>
                <a:latin typeface="DejaVu Sans"/>
                <a:ea typeface="DejaVu Sans"/>
                <a:cs typeface="DejaVu Sans"/>
              </a:defRPr>
            </a:lvl1pPr>
            <a:lvl2pPr algn="ctr">
              <a:defRPr sz="1763" b="1">
                <a:solidFill>
                  <a:srgbClr val="122D3B"/>
                </a:solidFill>
                <a:latin typeface="DejaVu Sans"/>
                <a:ea typeface="DejaVu Sans"/>
                <a:cs typeface="DejaVu Sans"/>
              </a:defRPr>
            </a:lvl2pPr>
            <a:lvl3pPr algn="ctr">
              <a:defRPr sz="1763" b="1">
                <a:solidFill>
                  <a:srgbClr val="122D3B"/>
                </a:solidFill>
                <a:latin typeface="DejaVu Sans"/>
                <a:ea typeface="DejaVu Sans"/>
                <a:cs typeface="DejaVu Sans"/>
              </a:defRPr>
            </a:lvl3pPr>
            <a:lvl4pPr algn="ctr">
              <a:defRPr sz="1763" b="1">
                <a:solidFill>
                  <a:srgbClr val="122D3B"/>
                </a:solidFill>
                <a:latin typeface="DejaVu Sans"/>
                <a:ea typeface="DejaVu Sans"/>
                <a:cs typeface="DejaVu Sans"/>
              </a:defRPr>
            </a:lvl4pPr>
            <a:lvl5pPr algn="ctr">
              <a:defRPr sz="1763" b="1">
                <a:solidFill>
                  <a:srgbClr val="122D3B"/>
                </a:solidFill>
                <a:latin typeface="DejaVu Sans"/>
                <a:ea typeface="DejaVu Sans"/>
                <a:cs typeface="DejaVu Sans"/>
              </a:defRPr>
            </a:lvl5pPr>
            <a:lvl6pPr algn="ctr">
              <a:defRPr sz="1763" b="1">
                <a:solidFill>
                  <a:srgbClr val="122D3B"/>
                </a:solidFill>
                <a:latin typeface="DejaVu Sans"/>
                <a:ea typeface="DejaVu Sans"/>
                <a:cs typeface="DejaVu Sans"/>
              </a:defRPr>
            </a:lvl6pPr>
            <a:lvl7pPr algn="ctr">
              <a:defRPr sz="1763" b="1">
                <a:solidFill>
                  <a:srgbClr val="122D3B"/>
                </a:solidFill>
                <a:latin typeface="DejaVu Sans"/>
                <a:ea typeface="DejaVu Sans"/>
                <a:cs typeface="DejaVu Sans"/>
              </a:defRPr>
            </a:lvl7pPr>
            <a:lvl8pPr algn="ctr">
              <a:defRPr sz="1763" b="1">
                <a:solidFill>
                  <a:srgbClr val="122D3B"/>
                </a:solidFill>
                <a:latin typeface="DejaVu Sans"/>
                <a:ea typeface="DejaVu Sans"/>
                <a:cs typeface="DejaVu Sans"/>
              </a:defRPr>
            </a:lvl8pPr>
            <a:lvl9pPr algn="ctr">
              <a:defRPr sz="1763" b="1">
                <a:solidFill>
                  <a:srgbClr val="122D3B"/>
                </a:solidFill>
                <a:latin typeface="DejaVu Sans"/>
                <a:ea typeface="DejaVu Sans"/>
                <a:cs typeface="DejaVu Sans"/>
              </a:defRPr>
            </a:lvl9pPr>
          </a:lstStyle>
          <a:p xmlns:a="http://schemas.openxmlformats.org/drawingml/2006/main">
            <a:pPr algn="ctr">
              <a:defRPr sz="1763" b="1">
                <a:solidFill>
                  <a:srgbClr val="122D3B"/>
                </a:solidFill>
                <a:latin typeface="DejaVu Sans"/>
                <a:ea typeface="DejaVu Sans"/>
                <a:cs typeface="DejaVu Sans"/>
              </a:defRPr>
            </a:pPr>
            <a:r>
              <a:rPr sz="1763" b="1">
                <a:solidFill>
                  <a:srgbClr val="122D3B"/>
                </a:solidFill>
                <a:latin typeface="DejaVu Sans"/>
                <a:ea typeface="DejaVu Sans"/>
                <a:cs typeface="DejaVu Sans"/>
              </a:rPr>
              <a:t>2</a:t>
            </a:r>
          </a:p>
        </p:txBody>
      </p:sp>
      <p:sp>
        <p:nvSpPr>
          <p:cNvPr id="13" name="text-12">
            <a:extLst xmlns:a="http://schemas.openxmlformats.org/drawingml/2006/main">
              <a:ext uri="{FF2B5EF4-FFF2-40B4-BE49-F238E27FC236}">
                <a16:creationId xmlns:a16="http://schemas.microsoft.com/office/drawing/2014/main" id="{FA4A9E34-4871-4165-9FD3-99DB95BF67AC}"/>
              </a:ext>
            </a:extLst>
          </p:cNvPr>
          <p:cNvSpPr>
            <a:spLocks xmlns:a="http://schemas.openxmlformats.org/drawingml/2006/main" noGrp="1"/>
          </p:cNvSpPr>
          <p:nvPr/>
        </p:nvSpPr>
        <p:spPr>
          <a:xfrm xmlns:a="http://schemas.openxmlformats.org/drawingml/2006/main">
            <a:off x="2488882" y="3210687"/>
            <a:ext cx="313373" cy="313373"/>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63" b="1">
                <a:solidFill>
                  <a:srgbClr val="122D3B"/>
                </a:solidFill>
                <a:latin typeface="DejaVu Sans"/>
                <a:ea typeface="DejaVu Sans"/>
                <a:cs typeface="DejaVu Sans"/>
              </a:defRPr>
            </a:defPPr>
            <a:lvl1pPr algn="ctr">
              <a:defRPr sz="1763" b="1">
                <a:solidFill>
                  <a:srgbClr val="122D3B"/>
                </a:solidFill>
                <a:latin typeface="DejaVu Sans"/>
                <a:ea typeface="DejaVu Sans"/>
                <a:cs typeface="DejaVu Sans"/>
              </a:defRPr>
            </a:lvl1pPr>
            <a:lvl2pPr algn="ctr">
              <a:defRPr sz="1763" b="1">
                <a:solidFill>
                  <a:srgbClr val="122D3B"/>
                </a:solidFill>
                <a:latin typeface="DejaVu Sans"/>
                <a:ea typeface="DejaVu Sans"/>
                <a:cs typeface="DejaVu Sans"/>
              </a:defRPr>
            </a:lvl2pPr>
            <a:lvl3pPr algn="ctr">
              <a:defRPr sz="1763" b="1">
                <a:solidFill>
                  <a:srgbClr val="122D3B"/>
                </a:solidFill>
                <a:latin typeface="DejaVu Sans"/>
                <a:ea typeface="DejaVu Sans"/>
                <a:cs typeface="DejaVu Sans"/>
              </a:defRPr>
            </a:lvl3pPr>
            <a:lvl4pPr algn="ctr">
              <a:defRPr sz="1763" b="1">
                <a:solidFill>
                  <a:srgbClr val="122D3B"/>
                </a:solidFill>
                <a:latin typeface="DejaVu Sans"/>
                <a:ea typeface="DejaVu Sans"/>
                <a:cs typeface="DejaVu Sans"/>
              </a:defRPr>
            </a:lvl4pPr>
            <a:lvl5pPr algn="ctr">
              <a:defRPr sz="1763" b="1">
                <a:solidFill>
                  <a:srgbClr val="122D3B"/>
                </a:solidFill>
                <a:latin typeface="DejaVu Sans"/>
                <a:ea typeface="DejaVu Sans"/>
                <a:cs typeface="DejaVu Sans"/>
              </a:defRPr>
            </a:lvl5pPr>
            <a:lvl6pPr algn="ctr">
              <a:defRPr sz="1763" b="1">
                <a:solidFill>
                  <a:srgbClr val="122D3B"/>
                </a:solidFill>
                <a:latin typeface="DejaVu Sans"/>
                <a:ea typeface="DejaVu Sans"/>
                <a:cs typeface="DejaVu Sans"/>
              </a:defRPr>
            </a:lvl6pPr>
            <a:lvl7pPr algn="ctr">
              <a:defRPr sz="1763" b="1">
                <a:solidFill>
                  <a:srgbClr val="122D3B"/>
                </a:solidFill>
                <a:latin typeface="DejaVu Sans"/>
                <a:ea typeface="DejaVu Sans"/>
                <a:cs typeface="DejaVu Sans"/>
              </a:defRPr>
            </a:lvl7pPr>
            <a:lvl8pPr algn="ctr">
              <a:defRPr sz="1763" b="1">
                <a:solidFill>
                  <a:srgbClr val="122D3B"/>
                </a:solidFill>
                <a:latin typeface="DejaVu Sans"/>
                <a:ea typeface="DejaVu Sans"/>
                <a:cs typeface="DejaVu Sans"/>
              </a:defRPr>
            </a:lvl8pPr>
            <a:lvl9pPr algn="ctr">
              <a:defRPr sz="1763" b="1">
                <a:solidFill>
                  <a:srgbClr val="122D3B"/>
                </a:solidFill>
                <a:latin typeface="DejaVu Sans"/>
                <a:ea typeface="DejaVu Sans"/>
                <a:cs typeface="DejaVu Sans"/>
              </a:defRPr>
            </a:lvl9pPr>
          </a:lstStyle>
          <a:p xmlns:a="http://schemas.openxmlformats.org/drawingml/2006/main">
            <a:pPr algn="ctr">
              <a:defRPr sz="1763" b="1">
                <a:solidFill>
                  <a:srgbClr val="122D3B"/>
                </a:solidFill>
                <a:latin typeface="DejaVu Sans"/>
                <a:ea typeface="DejaVu Sans"/>
                <a:cs typeface="DejaVu Sans"/>
              </a:defRPr>
            </a:pPr>
            <a:r>
              <a:rPr sz="1763" b="1">
                <a:solidFill>
                  <a:srgbClr val="122D3B"/>
                </a:solidFill>
                <a:latin typeface="DejaVu Sans"/>
                <a:ea typeface="DejaVu Sans"/>
                <a:cs typeface="DejaVu Sans"/>
              </a:rPr>
              <a:t>1</a:t>
            </a:r>
          </a:p>
        </p:txBody>
      </p:sp>
      <p:sp>
        <p:nvSpPr>
          <p:cNvPr id="15" name="text-14">
            <a:extLst xmlns:a="http://schemas.openxmlformats.org/drawingml/2006/main">
              <a:ext uri="{FF2B5EF4-FFF2-40B4-BE49-F238E27FC236}">
                <a16:creationId xmlns:a16="http://schemas.microsoft.com/office/drawing/2014/main" id="{95AE73DC-2382-4D29-BA02-A11456D24C00}"/>
              </a:ext>
            </a:extLst>
          </p:cNvPr>
          <p:cNvSpPr>
            <a:spLocks xmlns:a="http://schemas.openxmlformats.org/drawingml/2006/main" noGrp="1"/>
          </p:cNvSpPr>
          <p:nvPr/>
        </p:nvSpPr>
        <p:spPr>
          <a:xfrm xmlns:a="http://schemas.openxmlformats.org/drawingml/2006/main">
            <a:off x="3339465" y="2342198"/>
            <a:ext cx="313373" cy="313373"/>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63" b="1">
                <a:solidFill>
                  <a:srgbClr val="122D3B"/>
                </a:solidFill>
                <a:latin typeface="DejaVu Sans"/>
                <a:ea typeface="DejaVu Sans"/>
                <a:cs typeface="DejaVu Sans"/>
              </a:defRPr>
            </a:defPPr>
            <a:lvl1pPr algn="ctr">
              <a:defRPr sz="1763" b="1">
                <a:solidFill>
                  <a:srgbClr val="122D3B"/>
                </a:solidFill>
                <a:latin typeface="DejaVu Sans"/>
                <a:ea typeface="DejaVu Sans"/>
                <a:cs typeface="DejaVu Sans"/>
              </a:defRPr>
            </a:lvl1pPr>
            <a:lvl2pPr algn="ctr">
              <a:defRPr sz="1763" b="1">
                <a:solidFill>
                  <a:srgbClr val="122D3B"/>
                </a:solidFill>
                <a:latin typeface="DejaVu Sans"/>
                <a:ea typeface="DejaVu Sans"/>
                <a:cs typeface="DejaVu Sans"/>
              </a:defRPr>
            </a:lvl2pPr>
            <a:lvl3pPr algn="ctr">
              <a:defRPr sz="1763" b="1">
                <a:solidFill>
                  <a:srgbClr val="122D3B"/>
                </a:solidFill>
                <a:latin typeface="DejaVu Sans"/>
                <a:ea typeface="DejaVu Sans"/>
                <a:cs typeface="DejaVu Sans"/>
              </a:defRPr>
            </a:lvl3pPr>
            <a:lvl4pPr algn="ctr">
              <a:defRPr sz="1763" b="1">
                <a:solidFill>
                  <a:srgbClr val="122D3B"/>
                </a:solidFill>
                <a:latin typeface="DejaVu Sans"/>
                <a:ea typeface="DejaVu Sans"/>
                <a:cs typeface="DejaVu Sans"/>
              </a:defRPr>
            </a:lvl4pPr>
            <a:lvl5pPr algn="ctr">
              <a:defRPr sz="1763" b="1">
                <a:solidFill>
                  <a:srgbClr val="122D3B"/>
                </a:solidFill>
                <a:latin typeface="DejaVu Sans"/>
                <a:ea typeface="DejaVu Sans"/>
                <a:cs typeface="DejaVu Sans"/>
              </a:defRPr>
            </a:lvl5pPr>
            <a:lvl6pPr algn="ctr">
              <a:defRPr sz="1763" b="1">
                <a:solidFill>
                  <a:srgbClr val="122D3B"/>
                </a:solidFill>
                <a:latin typeface="DejaVu Sans"/>
                <a:ea typeface="DejaVu Sans"/>
                <a:cs typeface="DejaVu Sans"/>
              </a:defRPr>
            </a:lvl6pPr>
            <a:lvl7pPr algn="ctr">
              <a:defRPr sz="1763" b="1">
                <a:solidFill>
                  <a:srgbClr val="122D3B"/>
                </a:solidFill>
                <a:latin typeface="DejaVu Sans"/>
                <a:ea typeface="DejaVu Sans"/>
                <a:cs typeface="DejaVu Sans"/>
              </a:defRPr>
            </a:lvl7pPr>
            <a:lvl8pPr algn="ctr">
              <a:defRPr sz="1763" b="1">
                <a:solidFill>
                  <a:srgbClr val="122D3B"/>
                </a:solidFill>
                <a:latin typeface="DejaVu Sans"/>
                <a:ea typeface="DejaVu Sans"/>
                <a:cs typeface="DejaVu Sans"/>
              </a:defRPr>
            </a:lvl8pPr>
            <a:lvl9pPr algn="ctr">
              <a:defRPr sz="1763" b="1">
                <a:solidFill>
                  <a:srgbClr val="122D3B"/>
                </a:solidFill>
                <a:latin typeface="DejaVu Sans"/>
                <a:ea typeface="DejaVu Sans"/>
                <a:cs typeface="DejaVu Sans"/>
              </a:defRPr>
            </a:lvl9pPr>
          </a:lstStyle>
          <a:p xmlns:a="http://schemas.openxmlformats.org/drawingml/2006/main">
            <a:pPr algn="ctr">
              <a:defRPr sz="1763" b="1">
                <a:solidFill>
                  <a:srgbClr val="122D3B"/>
                </a:solidFill>
                <a:latin typeface="DejaVu Sans"/>
                <a:ea typeface="DejaVu Sans"/>
                <a:cs typeface="DejaVu Sans"/>
              </a:defRPr>
            </a:pPr>
            <a:r>
              <a:rPr sz="1763" b="1">
                <a:solidFill>
                  <a:srgbClr val="122D3B"/>
                </a:solidFill>
                <a:latin typeface="DejaVu Sans"/>
                <a:ea typeface="DejaVu Sans"/>
                <a:cs typeface="DejaVu Sans"/>
              </a:rPr>
              <a:t>5</a:t>
            </a:r>
          </a:p>
        </p:txBody>
      </p:sp>
      <p:sp>
        <p:nvSpPr>
          <p:cNvPr id="17" name="text-16">
            <a:extLst xmlns:a="http://schemas.openxmlformats.org/drawingml/2006/main">
              <a:ext uri="{FF2B5EF4-FFF2-40B4-BE49-F238E27FC236}">
                <a16:creationId xmlns:a16="http://schemas.microsoft.com/office/drawing/2014/main" id="{C621BA02-A3BC-4544-9A2B-CFAC02787183}"/>
              </a:ext>
            </a:extLst>
          </p:cNvPr>
          <p:cNvSpPr>
            <a:spLocks xmlns:a="http://schemas.openxmlformats.org/drawingml/2006/main" noGrp="1"/>
          </p:cNvSpPr>
          <p:nvPr/>
        </p:nvSpPr>
        <p:spPr>
          <a:xfrm xmlns:a="http://schemas.openxmlformats.org/drawingml/2006/main">
            <a:off x="3339465" y="3846386"/>
            <a:ext cx="313373" cy="313373"/>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63" b="1">
                <a:solidFill>
                  <a:srgbClr val="122D3B"/>
                </a:solidFill>
                <a:latin typeface="DejaVu Sans"/>
                <a:ea typeface="DejaVu Sans"/>
                <a:cs typeface="DejaVu Sans"/>
              </a:defRPr>
            </a:defPPr>
            <a:lvl1pPr algn="ctr">
              <a:defRPr sz="1763" b="1">
                <a:solidFill>
                  <a:srgbClr val="122D3B"/>
                </a:solidFill>
                <a:latin typeface="DejaVu Sans"/>
                <a:ea typeface="DejaVu Sans"/>
                <a:cs typeface="DejaVu Sans"/>
              </a:defRPr>
            </a:lvl1pPr>
            <a:lvl2pPr algn="ctr">
              <a:defRPr sz="1763" b="1">
                <a:solidFill>
                  <a:srgbClr val="122D3B"/>
                </a:solidFill>
                <a:latin typeface="DejaVu Sans"/>
                <a:ea typeface="DejaVu Sans"/>
                <a:cs typeface="DejaVu Sans"/>
              </a:defRPr>
            </a:lvl2pPr>
            <a:lvl3pPr algn="ctr">
              <a:defRPr sz="1763" b="1">
                <a:solidFill>
                  <a:srgbClr val="122D3B"/>
                </a:solidFill>
                <a:latin typeface="DejaVu Sans"/>
                <a:ea typeface="DejaVu Sans"/>
                <a:cs typeface="DejaVu Sans"/>
              </a:defRPr>
            </a:lvl3pPr>
            <a:lvl4pPr algn="ctr">
              <a:defRPr sz="1763" b="1">
                <a:solidFill>
                  <a:srgbClr val="122D3B"/>
                </a:solidFill>
                <a:latin typeface="DejaVu Sans"/>
                <a:ea typeface="DejaVu Sans"/>
                <a:cs typeface="DejaVu Sans"/>
              </a:defRPr>
            </a:lvl4pPr>
            <a:lvl5pPr algn="ctr">
              <a:defRPr sz="1763" b="1">
                <a:solidFill>
                  <a:srgbClr val="122D3B"/>
                </a:solidFill>
                <a:latin typeface="DejaVu Sans"/>
                <a:ea typeface="DejaVu Sans"/>
                <a:cs typeface="DejaVu Sans"/>
              </a:defRPr>
            </a:lvl5pPr>
            <a:lvl6pPr algn="ctr">
              <a:defRPr sz="1763" b="1">
                <a:solidFill>
                  <a:srgbClr val="122D3B"/>
                </a:solidFill>
                <a:latin typeface="DejaVu Sans"/>
                <a:ea typeface="DejaVu Sans"/>
                <a:cs typeface="DejaVu Sans"/>
              </a:defRPr>
            </a:lvl6pPr>
            <a:lvl7pPr algn="ctr">
              <a:defRPr sz="1763" b="1">
                <a:solidFill>
                  <a:srgbClr val="122D3B"/>
                </a:solidFill>
                <a:latin typeface="DejaVu Sans"/>
                <a:ea typeface="DejaVu Sans"/>
                <a:cs typeface="DejaVu Sans"/>
              </a:defRPr>
            </a:lvl7pPr>
            <a:lvl8pPr algn="ctr">
              <a:defRPr sz="1763" b="1">
                <a:solidFill>
                  <a:srgbClr val="122D3B"/>
                </a:solidFill>
                <a:latin typeface="DejaVu Sans"/>
                <a:ea typeface="DejaVu Sans"/>
                <a:cs typeface="DejaVu Sans"/>
              </a:defRPr>
            </a:lvl8pPr>
            <a:lvl9pPr algn="ctr">
              <a:defRPr sz="1763" b="1">
                <a:solidFill>
                  <a:srgbClr val="122D3B"/>
                </a:solidFill>
                <a:latin typeface="DejaVu Sans"/>
                <a:ea typeface="DejaVu Sans"/>
                <a:cs typeface="DejaVu Sans"/>
              </a:defRPr>
            </a:lvl9pPr>
          </a:lstStyle>
          <a:p xmlns:a="http://schemas.openxmlformats.org/drawingml/2006/main">
            <a:pPr algn="ctr">
              <a:defRPr sz="1763" b="1">
                <a:solidFill>
                  <a:srgbClr val="122D3B"/>
                </a:solidFill>
                <a:latin typeface="DejaVu Sans"/>
                <a:ea typeface="DejaVu Sans"/>
                <a:cs typeface="DejaVu Sans"/>
              </a:defRPr>
            </a:pPr>
            <a:r>
              <a:rPr sz="1763" b="1">
                <a:solidFill>
                  <a:srgbClr val="122D3B"/>
                </a:solidFill>
                <a:latin typeface="DejaVu Sans"/>
                <a:ea typeface="DejaVu Sans"/>
                <a:cs typeface="DejaVu Sans"/>
              </a:rPr>
              <a:t>8</a:t>
            </a:r>
          </a:p>
        </p:txBody>
      </p:sp>
      <p:sp>
        <p:nvSpPr>
          <p:cNvPr id="19" name="text-18">
            <a:extLst xmlns:a="http://schemas.openxmlformats.org/drawingml/2006/main">
              <a:ext uri="{FF2B5EF4-FFF2-40B4-BE49-F238E27FC236}">
                <a16:creationId xmlns:a16="http://schemas.microsoft.com/office/drawing/2014/main" id="{DACC246E-EA12-4BED-AED3-1E331776248A}"/>
              </a:ext>
            </a:extLst>
          </p:cNvPr>
          <p:cNvSpPr>
            <a:spLocks xmlns:a="http://schemas.openxmlformats.org/drawingml/2006/main" noGrp="1"/>
          </p:cNvSpPr>
          <p:nvPr/>
        </p:nvSpPr>
        <p:spPr>
          <a:xfrm xmlns:a="http://schemas.openxmlformats.org/drawingml/2006/main">
            <a:off x="4861560" y="3031617"/>
            <a:ext cx="313373" cy="313373"/>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63" b="1">
                <a:solidFill>
                  <a:srgbClr val="122D3B"/>
                </a:solidFill>
                <a:latin typeface="DejaVu Sans"/>
                <a:ea typeface="DejaVu Sans"/>
                <a:cs typeface="DejaVu Sans"/>
              </a:defRPr>
            </a:defPPr>
            <a:lvl1pPr algn="ctr">
              <a:defRPr sz="1763" b="1">
                <a:solidFill>
                  <a:srgbClr val="122D3B"/>
                </a:solidFill>
                <a:latin typeface="DejaVu Sans"/>
                <a:ea typeface="DejaVu Sans"/>
                <a:cs typeface="DejaVu Sans"/>
              </a:defRPr>
            </a:lvl1pPr>
            <a:lvl2pPr algn="ctr">
              <a:defRPr sz="1763" b="1">
                <a:solidFill>
                  <a:srgbClr val="122D3B"/>
                </a:solidFill>
                <a:latin typeface="DejaVu Sans"/>
                <a:ea typeface="DejaVu Sans"/>
                <a:cs typeface="DejaVu Sans"/>
              </a:defRPr>
            </a:lvl2pPr>
            <a:lvl3pPr algn="ctr">
              <a:defRPr sz="1763" b="1">
                <a:solidFill>
                  <a:srgbClr val="122D3B"/>
                </a:solidFill>
                <a:latin typeface="DejaVu Sans"/>
                <a:ea typeface="DejaVu Sans"/>
                <a:cs typeface="DejaVu Sans"/>
              </a:defRPr>
            </a:lvl3pPr>
            <a:lvl4pPr algn="ctr">
              <a:defRPr sz="1763" b="1">
                <a:solidFill>
                  <a:srgbClr val="122D3B"/>
                </a:solidFill>
                <a:latin typeface="DejaVu Sans"/>
                <a:ea typeface="DejaVu Sans"/>
                <a:cs typeface="DejaVu Sans"/>
              </a:defRPr>
            </a:lvl4pPr>
            <a:lvl5pPr algn="ctr">
              <a:defRPr sz="1763" b="1">
                <a:solidFill>
                  <a:srgbClr val="122D3B"/>
                </a:solidFill>
                <a:latin typeface="DejaVu Sans"/>
                <a:ea typeface="DejaVu Sans"/>
                <a:cs typeface="DejaVu Sans"/>
              </a:defRPr>
            </a:lvl5pPr>
            <a:lvl6pPr algn="ctr">
              <a:defRPr sz="1763" b="1">
                <a:solidFill>
                  <a:srgbClr val="122D3B"/>
                </a:solidFill>
                <a:latin typeface="DejaVu Sans"/>
                <a:ea typeface="DejaVu Sans"/>
                <a:cs typeface="DejaVu Sans"/>
              </a:defRPr>
            </a:lvl6pPr>
            <a:lvl7pPr algn="ctr">
              <a:defRPr sz="1763" b="1">
                <a:solidFill>
                  <a:srgbClr val="122D3B"/>
                </a:solidFill>
                <a:latin typeface="DejaVu Sans"/>
                <a:ea typeface="DejaVu Sans"/>
                <a:cs typeface="DejaVu Sans"/>
              </a:defRPr>
            </a:lvl7pPr>
            <a:lvl8pPr algn="ctr">
              <a:defRPr sz="1763" b="1">
                <a:solidFill>
                  <a:srgbClr val="122D3B"/>
                </a:solidFill>
                <a:latin typeface="DejaVu Sans"/>
                <a:ea typeface="DejaVu Sans"/>
                <a:cs typeface="DejaVu Sans"/>
              </a:defRPr>
            </a:lvl8pPr>
            <a:lvl9pPr algn="ctr">
              <a:defRPr sz="1763" b="1">
                <a:solidFill>
                  <a:srgbClr val="122D3B"/>
                </a:solidFill>
                <a:latin typeface="DejaVu Sans"/>
                <a:ea typeface="DejaVu Sans"/>
                <a:cs typeface="DejaVu Sans"/>
              </a:defRPr>
            </a:lvl9pPr>
          </a:lstStyle>
          <a:p xmlns:a="http://schemas.openxmlformats.org/drawingml/2006/main">
            <a:pPr algn="ctr">
              <a:defRPr sz="1763" b="1">
                <a:solidFill>
                  <a:srgbClr val="122D3B"/>
                </a:solidFill>
                <a:latin typeface="DejaVu Sans"/>
                <a:ea typeface="DejaVu Sans"/>
                <a:cs typeface="DejaVu Sans"/>
              </a:defRPr>
            </a:pPr>
            <a:r>
              <a:rPr sz="1763" b="1">
                <a:solidFill>
                  <a:srgbClr val="122D3B"/>
                </a:solidFill>
                <a:latin typeface="DejaVu Sans"/>
                <a:ea typeface="DejaVu Sans"/>
                <a:cs typeface="DejaVu Sans"/>
              </a:rPr>
              <a:t>2</a:t>
            </a:r>
          </a:p>
        </p:txBody>
      </p:sp>
      <p:sp>
        <p:nvSpPr>
          <p:cNvPr id="20" name="text-19">
            <a:extLst xmlns:a="http://schemas.openxmlformats.org/drawingml/2006/main">
              <a:ext uri="{FF2B5EF4-FFF2-40B4-BE49-F238E27FC236}">
                <a16:creationId xmlns:a16="http://schemas.microsoft.com/office/drawing/2014/main" id="{7F338827-63F3-440E-89E6-9EDA1780C218}"/>
              </a:ext>
            </a:extLst>
          </p:cNvPr>
          <p:cNvSpPr>
            <a:spLocks xmlns:a="http://schemas.openxmlformats.org/drawingml/2006/main" noGrp="1"/>
          </p:cNvSpPr>
          <p:nvPr/>
        </p:nvSpPr>
        <p:spPr>
          <a:xfrm xmlns:a="http://schemas.openxmlformats.org/drawingml/2006/main">
            <a:off x="733425" y="521970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Adjacency list for the same graph</a:t>
            </a:r>
          </a:p>
        </p:txBody>
      </p:sp>
      <p:sp>
        <p:nvSpPr>
          <p:cNvPr id="21" name="text-20">
            <a:extLst xmlns:a="http://schemas.openxmlformats.org/drawingml/2006/main">
              <a:ext uri="{FF2B5EF4-FFF2-40B4-BE49-F238E27FC236}">
                <a16:creationId xmlns:a16="http://schemas.microsoft.com/office/drawing/2014/main" id="{90B924B6-0F72-4337-A106-2200529E2F6C}"/>
              </a:ext>
            </a:extLst>
          </p:cNvPr>
          <p:cNvSpPr>
            <a:spLocks xmlns:a="http://schemas.openxmlformats.org/drawingml/2006/main" noGrp="1"/>
          </p:cNvSpPr>
          <p:nvPr/>
        </p:nvSpPr>
        <p:spPr>
          <a:xfrm xmlns:a="http://schemas.openxmlformats.org/drawingml/2006/main">
            <a:off x="752475" y="5705475"/>
            <a:ext cx="619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22D3B"/>
                </a:solidFill>
                <a:latin typeface="DejaVu Sans Mono"/>
                <a:ea typeface="DejaVu Sans Mono"/>
                <a:cs typeface="DejaVu Sans Mono"/>
              </a:defRPr>
            </a:defPPr>
            <a:lvl1pPr algn="l">
              <a:defRPr sz="1725" b="0">
                <a:solidFill>
                  <a:srgbClr val="122D3B"/>
                </a:solidFill>
                <a:latin typeface="DejaVu Sans Mono"/>
                <a:ea typeface="DejaVu Sans Mono"/>
                <a:cs typeface="DejaVu Sans Mono"/>
              </a:defRPr>
            </a:lvl1pPr>
            <a:lvl2pPr algn="l">
              <a:defRPr sz="1725" b="0">
                <a:solidFill>
                  <a:srgbClr val="122D3B"/>
                </a:solidFill>
                <a:latin typeface="DejaVu Sans Mono"/>
                <a:ea typeface="DejaVu Sans Mono"/>
                <a:cs typeface="DejaVu Sans Mono"/>
              </a:defRPr>
            </a:lvl2pPr>
            <a:lvl3pPr algn="l">
              <a:defRPr sz="1725" b="0">
                <a:solidFill>
                  <a:srgbClr val="122D3B"/>
                </a:solidFill>
                <a:latin typeface="DejaVu Sans Mono"/>
                <a:ea typeface="DejaVu Sans Mono"/>
                <a:cs typeface="DejaVu Sans Mono"/>
              </a:defRPr>
            </a:lvl3pPr>
            <a:lvl4pPr algn="l">
              <a:defRPr sz="1725" b="0">
                <a:solidFill>
                  <a:srgbClr val="122D3B"/>
                </a:solidFill>
                <a:latin typeface="DejaVu Sans Mono"/>
                <a:ea typeface="DejaVu Sans Mono"/>
                <a:cs typeface="DejaVu Sans Mono"/>
              </a:defRPr>
            </a:lvl4pPr>
            <a:lvl5pPr algn="l">
              <a:defRPr sz="1725" b="0">
                <a:solidFill>
                  <a:srgbClr val="122D3B"/>
                </a:solidFill>
                <a:latin typeface="DejaVu Sans Mono"/>
                <a:ea typeface="DejaVu Sans Mono"/>
                <a:cs typeface="DejaVu Sans Mono"/>
              </a:defRPr>
            </a:lvl5pPr>
            <a:lvl6pPr algn="l">
              <a:defRPr sz="1725" b="0">
                <a:solidFill>
                  <a:srgbClr val="122D3B"/>
                </a:solidFill>
                <a:latin typeface="DejaVu Sans Mono"/>
                <a:ea typeface="DejaVu Sans Mono"/>
                <a:cs typeface="DejaVu Sans Mono"/>
              </a:defRPr>
            </a:lvl6pPr>
            <a:lvl7pPr algn="l">
              <a:defRPr sz="1725" b="0">
                <a:solidFill>
                  <a:srgbClr val="122D3B"/>
                </a:solidFill>
                <a:latin typeface="DejaVu Sans Mono"/>
                <a:ea typeface="DejaVu Sans Mono"/>
                <a:cs typeface="DejaVu Sans Mono"/>
              </a:defRPr>
            </a:lvl7pPr>
            <a:lvl8pPr algn="l">
              <a:defRPr sz="1725" b="0">
                <a:solidFill>
                  <a:srgbClr val="122D3B"/>
                </a:solidFill>
                <a:latin typeface="DejaVu Sans Mono"/>
                <a:ea typeface="DejaVu Sans Mono"/>
                <a:cs typeface="DejaVu Sans Mono"/>
              </a:defRPr>
            </a:lvl8pPr>
            <a:lvl9pPr algn="l">
              <a:defRPr sz="1725" b="0">
                <a:solidFill>
                  <a:srgbClr val="122D3B"/>
                </a:solidFill>
                <a:latin typeface="DejaVu Sans Mono"/>
                <a:ea typeface="DejaVu Sans Mono"/>
                <a:cs typeface="DejaVu Sans Mono"/>
              </a:defRPr>
            </a:lvl9pPr>
          </a:lstStyle>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A: [(B, 4), (C, 2)]   B: [(D, 5)]</a:t>
            </a:r>
          </a:p>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C: [(B, 1), (D, 8)]   D: [(E, 2)]</a:t>
            </a:r>
          </a:p>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E: []</a:t>
            </a:r>
          </a:p>
        </p:txBody>
      </p:sp>
      <p:sp>
        <p:nvSpPr>
          <p:cNvPr id="22" name="text-21">
            <a:extLst xmlns:a="http://schemas.openxmlformats.org/drawingml/2006/main">
              <a:ext uri="{FF2B5EF4-FFF2-40B4-BE49-F238E27FC236}">
                <a16:creationId xmlns:a16="http://schemas.microsoft.com/office/drawing/2014/main" id="{04A24F93-F0D0-4F90-9233-4B525FD58536}"/>
              </a:ext>
            </a:extLst>
          </p:cNvPr>
          <p:cNvSpPr>
            <a:spLocks xmlns:a="http://schemas.openxmlformats.org/drawingml/2006/main" noGrp="1"/>
          </p:cNvSpPr>
          <p:nvPr/>
        </p:nvSpPr>
        <p:spPr>
          <a:xfrm xmlns:a="http://schemas.openxmlformats.org/drawingml/2006/main">
            <a:off x="7677150" y="1581150"/>
            <a:ext cx="5286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Directed weighted graph</a:t>
            </a:r>
          </a:p>
        </p:txBody>
      </p:sp>
      <p:sp>
        <p:nvSpPr>
          <p:cNvPr id="23" name="text-22">
            <a:extLst xmlns:a="http://schemas.openxmlformats.org/drawingml/2006/main">
              <a:ext uri="{FF2B5EF4-FFF2-40B4-BE49-F238E27FC236}">
                <a16:creationId xmlns:a16="http://schemas.microsoft.com/office/drawing/2014/main" id="{A040536E-D9BA-4A31-8D87-4B04695118BE}"/>
              </a:ext>
            </a:extLst>
          </p:cNvPr>
          <p:cNvSpPr>
            <a:spLocks xmlns:a="http://schemas.openxmlformats.org/drawingml/2006/main" noGrp="1"/>
          </p:cNvSpPr>
          <p:nvPr/>
        </p:nvSpPr>
        <p:spPr>
          <a:xfrm xmlns:a="http://schemas.openxmlformats.org/drawingml/2006/main">
            <a:off x="7696200" y="21145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233B45"/>
                </a:solidFill>
                <a:latin typeface="DejaVu Sans Mono"/>
                <a:ea typeface="DejaVu Sans Mono"/>
                <a:cs typeface="DejaVu Sans Mono"/>
              </a:defRPr>
            </a:defPPr>
            <a:lvl1pPr algn="l">
              <a:defRPr sz="2475" b="1">
                <a:solidFill>
                  <a:srgbClr val="233B45"/>
                </a:solidFill>
                <a:latin typeface="DejaVu Sans Mono"/>
                <a:ea typeface="DejaVu Sans Mono"/>
                <a:cs typeface="DejaVu Sans Mono"/>
              </a:defRPr>
            </a:lvl1pPr>
            <a:lvl2pPr algn="l">
              <a:defRPr sz="2475" b="1">
                <a:solidFill>
                  <a:srgbClr val="233B45"/>
                </a:solidFill>
                <a:latin typeface="DejaVu Sans Mono"/>
                <a:ea typeface="DejaVu Sans Mono"/>
                <a:cs typeface="DejaVu Sans Mono"/>
              </a:defRPr>
            </a:lvl2pPr>
            <a:lvl3pPr algn="l">
              <a:defRPr sz="2475" b="1">
                <a:solidFill>
                  <a:srgbClr val="233B45"/>
                </a:solidFill>
                <a:latin typeface="DejaVu Sans Mono"/>
                <a:ea typeface="DejaVu Sans Mono"/>
                <a:cs typeface="DejaVu Sans Mono"/>
              </a:defRPr>
            </a:lvl3pPr>
            <a:lvl4pPr algn="l">
              <a:defRPr sz="2475" b="1">
                <a:solidFill>
                  <a:srgbClr val="233B45"/>
                </a:solidFill>
                <a:latin typeface="DejaVu Sans Mono"/>
                <a:ea typeface="DejaVu Sans Mono"/>
                <a:cs typeface="DejaVu Sans Mono"/>
              </a:defRPr>
            </a:lvl4pPr>
            <a:lvl5pPr algn="l">
              <a:defRPr sz="2475" b="1">
                <a:solidFill>
                  <a:srgbClr val="233B45"/>
                </a:solidFill>
                <a:latin typeface="DejaVu Sans Mono"/>
                <a:ea typeface="DejaVu Sans Mono"/>
                <a:cs typeface="DejaVu Sans Mono"/>
              </a:defRPr>
            </a:lvl5pPr>
            <a:lvl6pPr algn="l">
              <a:defRPr sz="2475" b="1">
                <a:solidFill>
                  <a:srgbClr val="233B45"/>
                </a:solidFill>
                <a:latin typeface="DejaVu Sans Mono"/>
                <a:ea typeface="DejaVu Sans Mono"/>
                <a:cs typeface="DejaVu Sans Mono"/>
              </a:defRPr>
            </a:lvl6pPr>
            <a:lvl7pPr algn="l">
              <a:defRPr sz="2475" b="1">
                <a:solidFill>
                  <a:srgbClr val="233B45"/>
                </a:solidFill>
                <a:latin typeface="DejaVu Sans Mono"/>
                <a:ea typeface="DejaVu Sans Mono"/>
                <a:cs typeface="DejaVu Sans Mono"/>
              </a:defRPr>
            </a:lvl7pPr>
            <a:lvl8pPr algn="l">
              <a:defRPr sz="2475" b="1">
                <a:solidFill>
                  <a:srgbClr val="233B45"/>
                </a:solidFill>
                <a:latin typeface="DejaVu Sans Mono"/>
                <a:ea typeface="DejaVu Sans Mono"/>
                <a:cs typeface="DejaVu Sans Mono"/>
              </a:defRPr>
            </a:lvl8pPr>
            <a:lvl9pPr algn="l">
              <a:defRPr sz="2475" b="1">
                <a:solidFill>
                  <a:srgbClr val="233B45"/>
                </a:solidFill>
                <a:latin typeface="DejaVu Sans Mono"/>
                <a:ea typeface="DejaVu Sans Mono"/>
                <a:cs typeface="DejaVu Sans Mono"/>
              </a:defRPr>
            </a:lvl9pPr>
          </a:lstStyle>
          <a:p xmlns:a="http://schemas.openxmlformats.org/drawingml/2006/main">
            <a:pPr algn="l">
              <a:defRPr sz="2475" b="1">
                <a:solidFill>
                  <a:srgbClr val="233B45"/>
                </a:solidFill>
                <a:latin typeface="DejaVu Sans Mono"/>
                <a:ea typeface="DejaVu Sans Mono"/>
                <a:cs typeface="DejaVu Sans Mono"/>
              </a:defRPr>
            </a:pPr>
            <a:r>
              <a:rPr sz="2475" b="1">
                <a:solidFill>
                  <a:srgbClr val="233B45"/>
                </a:solidFill>
                <a:latin typeface="DejaVu Sans Mono"/>
                <a:ea typeface="DejaVu Sans Mono"/>
                <a:cs typeface="DejaVu Sans Mono"/>
              </a:rPr>
              <a:t>G = (V, E),   w(e) &gt; 0</a:t>
            </a:r>
          </a:p>
        </p:txBody>
      </p:sp>
      <p:sp>
        <p:nvSpPr>
          <p:cNvPr id="24" name="text-23">
            <a:extLst xmlns:a="http://schemas.openxmlformats.org/drawingml/2006/main">
              <a:ext uri="{FF2B5EF4-FFF2-40B4-BE49-F238E27FC236}">
                <a16:creationId xmlns:a16="http://schemas.microsoft.com/office/drawing/2014/main" id="{3ACDE3AA-7B70-422E-8FAC-CBC7ED3D9288}"/>
              </a:ext>
            </a:extLst>
          </p:cNvPr>
          <p:cNvSpPr>
            <a:spLocks xmlns:a="http://schemas.openxmlformats.org/drawingml/2006/main" noGrp="1"/>
          </p:cNvSpPr>
          <p:nvPr/>
        </p:nvSpPr>
        <p:spPr>
          <a:xfrm xmlns:a="http://schemas.openxmlformats.org/drawingml/2006/main">
            <a:off x="7696200" y="2876550"/>
            <a:ext cx="5238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33B45"/>
                </a:solidFill>
                <a:latin typeface="DejaVu Sans"/>
                <a:ea typeface="DejaVu Sans"/>
                <a:cs typeface="DejaVu Sans"/>
              </a:defRPr>
            </a:defPPr>
            <a:lvl1pPr algn="l">
              <a:defRPr sz="1950" b="0">
                <a:solidFill>
                  <a:srgbClr val="233B45"/>
                </a:solidFill>
                <a:latin typeface="DejaVu Sans"/>
                <a:ea typeface="DejaVu Sans"/>
                <a:cs typeface="DejaVu Sans"/>
              </a:defRPr>
            </a:lvl1pPr>
            <a:lvl2pPr algn="l">
              <a:defRPr sz="1950" b="0">
                <a:solidFill>
                  <a:srgbClr val="233B45"/>
                </a:solidFill>
                <a:latin typeface="DejaVu Sans"/>
                <a:ea typeface="DejaVu Sans"/>
                <a:cs typeface="DejaVu Sans"/>
              </a:defRPr>
            </a:lvl2pPr>
            <a:lvl3pPr algn="l">
              <a:defRPr sz="1950" b="0">
                <a:solidFill>
                  <a:srgbClr val="233B45"/>
                </a:solidFill>
                <a:latin typeface="DejaVu Sans"/>
                <a:ea typeface="DejaVu Sans"/>
                <a:cs typeface="DejaVu Sans"/>
              </a:defRPr>
            </a:lvl3pPr>
            <a:lvl4pPr algn="l">
              <a:defRPr sz="1950" b="0">
                <a:solidFill>
                  <a:srgbClr val="233B45"/>
                </a:solidFill>
                <a:latin typeface="DejaVu Sans"/>
                <a:ea typeface="DejaVu Sans"/>
                <a:cs typeface="DejaVu Sans"/>
              </a:defRPr>
            </a:lvl4pPr>
            <a:lvl5pPr algn="l">
              <a:defRPr sz="1950" b="0">
                <a:solidFill>
                  <a:srgbClr val="233B45"/>
                </a:solidFill>
                <a:latin typeface="DejaVu Sans"/>
                <a:ea typeface="DejaVu Sans"/>
                <a:cs typeface="DejaVu Sans"/>
              </a:defRPr>
            </a:lvl5pPr>
            <a:lvl6pPr algn="l">
              <a:defRPr sz="1950" b="0">
                <a:solidFill>
                  <a:srgbClr val="233B45"/>
                </a:solidFill>
                <a:latin typeface="DejaVu Sans"/>
                <a:ea typeface="DejaVu Sans"/>
                <a:cs typeface="DejaVu Sans"/>
              </a:defRPr>
            </a:lvl6pPr>
            <a:lvl7pPr algn="l">
              <a:defRPr sz="1950" b="0">
                <a:solidFill>
                  <a:srgbClr val="233B45"/>
                </a:solidFill>
                <a:latin typeface="DejaVu Sans"/>
                <a:ea typeface="DejaVu Sans"/>
                <a:cs typeface="DejaVu Sans"/>
              </a:defRPr>
            </a:lvl7pPr>
            <a:lvl8pPr algn="l">
              <a:defRPr sz="1950" b="0">
                <a:solidFill>
                  <a:srgbClr val="233B45"/>
                </a:solidFill>
                <a:latin typeface="DejaVu Sans"/>
                <a:ea typeface="DejaVu Sans"/>
                <a:cs typeface="DejaVu Sans"/>
              </a:defRPr>
            </a:lvl8pPr>
            <a:lvl9pPr algn="l">
              <a:defRPr sz="1950" b="0">
                <a:solidFill>
                  <a:srgbClr val="233B45"/>
                </a:solidFill>
                <a:latin typeface="DejaVu Sans"/>
                <a:ea typeface="DejaVu Sans"/>
                <a:cs typeface="DejaVu Sans"/>
              </a:defRPr>
            </a:lvl9pPr>
          </a:lstStyle>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V represents junctions, gates and room access.</a:t>
            </a:r>
          </a:p>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E records permitted movement and direction.</a:t>
            </a:r>
          </a:p>
        </p:txBody>
      </p:sp>
      <p:sp>
        <p:nvSpPr>
          <p:cNvPr id="25" name="text-24">
            <a:extLst xmlns:a="http://schemas.openxmlformats.org/drawingml/2006/main">
              <a:ext uri="{FF2B5EF4-FFF2-40B4-BE49-F238E27FC236}">
                <a16:creationId xmlns:a16="http://schemas.microsoft.com/office/drawing/2014/main" id="{6CE59128-B42C-423F-ADB2-8550335B4FF4}"/>
              </a:ext>
            </a:extLst>
          </p:cNvPr>
          <p:cNvSpPr>
            <a:spLocks xmlns:a="http://schemas.openxmlformats.org/drawingml/2006/main" noGrp="1"/>
          </p:cNvSpPr>
          <p:nvPr/>
        </p:nvSpPr>
        <p:spPr>
          <a:xfrm xmlns:a="http://schemas.openxmlformats.org/drawingml/2006/main">
            <a:off x="7677150" y="4229100"/>
            <a:ext cx="5286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Optimization objective</a:t>
            </a:r>
          </a:p>
        </p:txBody>
      </p:sp>
      <p:sp>
        <p:nvSpPr>
          <p:cNvPr id="26" name="text-25">
            <a:extLst xmlns:a="http://schemas.openxmlformats.org/drawingml/2006/main">
              <a:ext uri="{FF2B5EF4-FFF2-40B4-BE49-F238E27FC236}">
                <a16:creationId xmlns:a16="http://schemas.microsoft.com/office/drawing/2014/main" id="{BBE4F4EA-A7C1-405A-88CA-E7C275F8D1EB}"/>
              </a:ext>
            </a:extLst>
          </p:cNvPr>
          <p:cNvSpPr>
            <a:spLocks xmlns:a="http://schemas.openxmlformats.org/drawingml/2006/main" noGrp="1"/>
          </p:cNvSpPr>
          <p:nvPr/>
        </p:nvSpPr>
        <p:spPr>
          <a:xfrm xmlns:a="http://schemas.openxmlformats.org/drawingml/2006/main">
            <a:off x="7696200" y="4743450"/>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22D3B"/>
                </a:solidFill>
                <a:latin typeface="DejaVu Sans Mono"/>
                <a:ea typeface="DejaVu Sans Mono"/>
                <a:cs typeface="DejaVu Sans Mono"/>
              </a:defRPr>
            </a:defPPr>
            <a:lvl1pPr algn="l">
              <a:defRPr sz="1950" b="0">
                <a:solidFill>
                  <a:srgbClr val="122D3B"/>
                </a:solidFill>
                <a:latin typeface="DejaVu Sans Mono"/>
                <a:ea typeface="DejaVu Sans Mono"/>
                <a:cs typeface="DejaVu Sans Mono"/>
              </a:defRPr>
            </a:lvl1pPr>
            <a:lvl2pPr algn="l">
              <a:defRPr sz="1950" b="0">
                <a:solidFill>
                  <a:srgbClr val="122D3B"/>
                </a:solidFill>
                <a:latin typeface="DejaVu Sans Mono"/>
                <a:ea typeface="DejaVu Sans Mono"/>
                <a:cs typeface="DejaVu Sans Mono"/>
              </a:defRPr>
            </a:lvl2pPr>
            <a:lvl3pPr algn="l">
              <a:defRPr sz="1950" b="0">
                <a:solidFill>
                  <a:srgbClr val="122D3B"/>
                </a:solidFill>
                <a:latin typeface="DejaVu Sans Mono"/>
                <a:ea typeface="DejaVu Sans Mono"/>
                <a:cs typeface="DejaVu Sans Mono"/>
              </a:defRPr>
            </a:lvl3pPr>
            <a:lvl4pPr algn="l">
              <a:defRPr sz="1950" b="0">
                <a:solidFill>
                  <a:srgbClr val="122D3B"/>
                </a:solidFill>
                <a:latin typeface="DejaVu Sans Mono"/>
                <a:ea typeface="DejaVu Sans Mono"/>
                <a:cs typeface="DejaVu Sans Mono"/>
              </a:defRPr>
            </a:lvl4pPr>
            <a:lvl5pPr algn="l">
              <a:defRPr sz="1950" b="0">
                <a:solidFill>
                  <a:srgbClr val="122D3B"/>
                </a:solidFill>
                <a:latin typeface="DejaVu Sans Mono"/>
                <a:ea typeface="DejaVu Sans Mono"/>
                <a:cs typeface="DejaVu Sans Mono"/>
              </a:defRPr>
            </a:lvl5pPr>
            <a:lvl6pPr algn="l">
              <a:defRPr sz="1950" b="0">
                <a:solidFill>
                  <a:srgbClr val="122D3B"/>
                </a:solidFill>
                <a:latin typeface="DejaVu Sans Mono"/>
                <a:ea typeface="DejaVu Sans Mono"/>
                <a:cs typeface="DejaVu Sans Mono"/>
              </a:defRPr>
            </a:lvl6pPr>
            <a:lvl7pPr algn="l">
              <a:defRPr sz="1950" b="0">
                <a:solidFill>
                  <a:srgbClr val="122D3B"/>
                </a:solidFill>
                <a:latin typeface="DejaVu Sans Mono"/>
                <a:ea typeface="DejaVu Sans Mono"/>
                <a:cs typeface="DejaVu Sans Mono"/>
              </a:defRPr>
            </a:lvl7pPr>
            <a:lvl8pPr algn="l">
              <a:defRPr sz="1950" b="0">
                <a:solidFill>
                  <a:srgbClr val="122D3B"/>
                </a:solidFill>
                <a:latin typeface="DejaVu Sans Mono"/>
                <a:ea typeface="DejaVu Sans Mono"/>
                <a:cs typeface="DejaVu Sans Mono"/>
              </a:defRPr>
            </a:lvl8pPr>
            <a:lvl9pPr algn="l">
              <a:defRPr sz="1950" b="0">
                <a:solidFill>
                  <a:srgbClr val="122D3B"/>
                </a:solidFill>
                <a:latin typeface="DejaVu Sans Mono"/>
                <a:ea typeface="DejaVu Sans Mono"/>
                <a:cs typeface="DejaVu Sans Mono"/>
              </a:defRPr>
            </a:lvl9pPr>
          </a:lstStyle>
          <a:p xmlns:a="http://schemas.openxmlformats.org/drawingml/2006/main">
            <a:pPr algn="l">
              <a:defRPr sz="1950" b="0">
                <a:solidFill>
                  <a:srgbClr val="122D3B"/>
                </a:solidFill>
                <a:latin typeface="DejaVu Sans Mono"/>
                <a:ea typeface="DejaVu Sans Mono"/>
                <a:cs typeface="DejaVu Sans Mono"/>
              </a:defRPr>
            </a:pPr>
            <a:r>
              <a:rPr sz="1950" b="0">
                <a:solidFill>
                  <a:srgbClr val="122D3B"/>
                </a:solidFill>
                <a:latin typeface="DejaVu Sans Mono"/>
                <a:ea typeface="DejaVu Sans Mono"/>
                <a:cs typeface="DejaVu Sans Mono"/>
              </a:rPr>
              <a:t>P* = argmin Σ w(e),  e in P</a:t>
            </a:r>
          </a:p>
          <a:p xmlns:a="http://schemas.openxmlformats.org/drawingml/2006/main">
            <a:pPr algn="l">
              <a:defRPr sz="1950" b="0">
                <a:solidFill>
                  <a:srgbClr val="122D3B"/>
                </a:solidFill>
                <a:latin typeface="DejaVu Sans Mono"/>
                <a:ea typeface="DejaVu Sans Mono"/>
                <a:cs typeface="DejaVu Sans Mono"/>
              </a:defRPr>
            </a:pPr>
            <a:r>
              <a:rPr sz="1950" b="0">
                <a:solidFill>
                  <a:srgbClr val="122D3B"/>
                </a:solidFill>
                <a:latin typeface="DejaVu Sans Mono"/>
                <a:ea typeface="DejaVu Sans Mono"/>
                <a:cs typeface="DejaVu Sans Mono"/>
              </a:rPr>
              <a:t>     P connects S to T</a:t>
            </a:r>
          </a:p>
        </p:txBody>
      </p:sp>
      <p:sp>
        <p:nvSpPr>
          <p:cNvPr id="27" name="text-26">
            <a:extLst xmlns:a="http://schemas.openxmlformats.org/drawingml/2006/main">
              <a:ext uri="{FF2B5EF4-FFF2-40B4-BE49-F238E27FC236}">
                <a16:creationId xmlns:a16="http://schemas.microsoft.com/office/drawing/2014/main" id="{32DBFC79-9D94-4F37-9BD0-93121235CDE8}"/>
              </a:ext>
            </a:extLst>
          </p:cNvPr>
          <p:cNvSpPr>
            <a:spLocks xmlns:a="http://schemas.openxmlformats.org/drawingml/2006/main" noGrp="1"/>
          </p:cNvSpPr>
          <p:nvPr/>
        </p:nvSpPr>
        <p:spPr>
          <a:xfrm xmlns:a="http://schemas.openxmlformats.org/drawingml/2006/main">
            <a:off x="7696200" y="6000750"/>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33B45"/>
                </a:solidFill>
                <a:latin typeface="DejaVu Sans"/>
                <a:ea typeface="DejaVu Sans"/>
                <a:cs typeface="DejaVu Sans"/>
              </a:defRPr>
            </a:defPPr>
            <a:lvl1pPr algn="l">
              <a:defRPr sz="1875" b="0">
                <a:solidFill>
                  <a:srgbClr val="233B45"/>
                </a:solidFill>
                <a:latin typeface="DejaVu Sans"/>
                <a:ea typeface="DejaVu Sans"/>
                <a:cs typeface="DejaVu Sans"/>
              </a:defRPr>
            </a:lvl1pPr>
            <a:lvl2pPr algn="l">
              <a:defRPr sz="1875" b="0">
                <a:solidFill>
                  <a:srgbClr val="233B45"/>
                </a:solidFill>
                <a:latin typeface="DejaVu Sans"/>
                <a:ea typeface="DejaVu Sans"/>
                <a:cs typeface="DejaVu Sans"/>
              </a:defRPr>
            </a:lvl2pPr>
            <a:lvl3pPr algn="l">
              <a:defRPr sz="1875" b="0">
                <a:solidFill>
                  <a:srgbClr val="233B45"/>
                </a:solidFill>
                <a:latin typeface="DejaVu Sans"/>
                <a:ea typeface="DejaVu Sans"/>
                <a:cs typeface="DejaVu Sans"/>
              </a:defRPr>
            </a:lvl3pPr>
            <a:lvl4pPr algn="l">
              <a:defRPr sz="1875" b="0">
                <a:solidFill>
                  <a:srgbClr val="233B45"/>
                </a:solidFill>
                <a:latin typeface="DejaVu Sans"/>
                <a:ea typeface="DejaVu Sans"/>
                <a:cs typeface="DejaVu Sans"/>
              </a:defRPr>
            </a:lvl4pPr>
            <a:lvl5pPr algn="l">
              <a:defRPr sz="1875" b="0">
                <a:solidFill>
                  <a:srgbClr val="233B45"/>
                </a:solidFill>
                <a:latin typeface="DejaVu Sans"/>
                <a:ea typeface="DejaVu Sans"/>
                <a:cs typeface="DejaVu Sans"/>
              </a:defRPr>
            </a:lvl5pPr>
            <a:lvl6pPr algn="l">
              <a:defRPr sz="1875" b="0">
                <a:solidFill>
                  <a:srgbClr val="233B45"/>
                </a:solidFill>
                <a:latin typeface="DejaVu Sans"/>
                <a:ea typeface="DejaVu Sans"/>
                <a:cs typeface="DejaVu Sans"/>
              </a:defRPr>
            </a:lvl6pPr>
            <a:lvl7pPr algn="l">
              <a:defRPr sz="1875" b="0">
                <a:solidFill>
                  <a:srgbClr val="233B45"/>
                </a:solidFill>
                <a:latin typeface="DejaVu Sans"/>
                <a:ea typeface="DejaVu Sans"/>
                <a:cs typeface="DejaVu Sans"/>
              </a:defRPr>
            </a:lvl7pPr>
            <a:lvl8pPr algn="l">
              <a:defRPr sz="1875" b="0">
                <a:solidFill>
                  <a:srgbClr val="233B45"/>
                </a:solidFill>
                <a:latin typeface="DejaVu Sans"/>
                <a:ea typeface="DejaVu Sans"/>
                <a:cs typeface="DejaVu Sans"/>
              </a:defRPr>
            </a:lvl8pPr>
            <a:lvl9pPr algn="l">
              <a:defRPr sz="1875" b="0">
                <a:solidFill>
                  <a:srgbClr val="233B45"/>
                </a:solidFill>
                <a:latin typeface="DejaVu Sans"/>
                <a:ea typeface="DejaVu Sans"/>
                <a:cs typeface="DejaVu Sans"/>
              </a:defRPr>
            </a:lvl9pPr>
          </a:lstStyle>
          <a:p xmlns:a="http://schemas.openxmlformats.org/drawingml/2006/main">
            <a:pPr algn="l">
              <a:defRPr sz="1875" b="0">
                <a:solidFill>
                  <a:srgbClr val="233B45"/>
                </a:solidFill>
                <a:latin typeface="DejaVu Sans"/>
                <a:ea typeface="DejaVu Sans"/>
                <a:cs typeface="DejaVu Sans"/>
              </a:defRPr>
            </a:pPr>
            <a:r>
              <a:rPr sz="1875" b="0">
                <a:solidFill>
                  <a:srgbClr val="233B45"/>
                </a:solidFill>
                <a:latin typeface="DejaVu Sans"/>
                <a:ea typeface="DejaVu Sans"/>
                <a:cs typeface="DejaVu Sans"/>
              </a:rPr>
              <a:t>S and T are eligible anchor sets. Missing or disconnected anchors produce no route.</a:t>
            </a:r>
          </a:p>
        </p:txBody>
      </p:sp>
      <p:sp>
        <p:nvSpPr>
          <p:cNvPr id="28" name="text-27">
            <a:extLst xmlns:a="http://schemas.openxmlformats.org/drawingml/2006/main">
              <a:ext uri="{FF2B5EF4-FFF2-40B4-BE49-F238E27FC236}">
                <a16:creationId xmlns:a16="http://schemas.microsoft.com/office/drawing/2014/main" id="{D67C03C8-1DC2-4497-BA2A-96AEA196F43D}"/>
              </a:ext>
            </a:extLst>
          </p:cNvPr>
          <p:cNvSpPr>
            <a:spLocks xmlns:a="http://schemas.openxmlformats.org/drawingml/2006/main" noGrp="1"/>
          </p:cNvSpPr>
          <p:nvPr/>
        </p:nvSpPr>
        <p:spPr>
          <a:xfrm xmlns:a="http://schemas.openxmlformats.org/drawingml/2006/main">
            <a:off x="752475" y="7000875"/>
            <a:ext cx="1176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B7075"/>
                </a:solidFill>
                <a:latin typeface="DejaVu Sans"/>
                <a:ea typeface="DejaVu Sans"/>
                <a:cs typeface="DejaVu Sans"/>
              </a:defRPr>
            </a:defPPr>
            <a:lvl1pPr algn="l">
              <a:defRPr sz="1350" b="0">
                <a:solidFill>
                  <a:srgbClr val="5B7075"/>
                </a:solidFill>
                <a:latin typeface="DejaVu Sans"/>
                <a:ea typeface="DejaVu Sans"/>
                <a:cs typeface="DejaVu Sans"/>
              </a:defRPr>
            </a:lvl1pPr>
            <a:lvl2pPr algn="l">
              <a:defRPr sz="1350" b="0">
                <a:solidFill>
                  <a:srgbClr val="5B7075"/>
                </a:solidFill>
                <a:latin typeface="DejaVu Sans"/>
                <a:ea typeface="DejaVu Sans"/>
                <a:cs typeface="DejaVu Sans"/>
              </a:defRPr>
            </a:lvl2pPr>
            <a:lvl3pPr algn="l">
              <a:defRPr sz="1350" b="0">
                <a:solidFill>
                  <a:srgbClr val="5B7075"/>
                </a:solidFill>
                <a:latin typeface="DejaVu Sans"/>
                <a:ea typeface="DejaVu Sans"/>
                <a:cs typeface="DejaVu Sans"/>
              </a:defRPr>
            </a:lvl3pPr>
            <a:lvl4pPr algn="l">
              <a:defRPr sz="1350" b="0">
                <a:solidFill>
                  <a:srgbClr val="5B7075"/>
                </a:solidFill>
                <a:latin typeface="DejaVu Sans"/>
                <a:ea typeface="DejaVu Sans"/>
                <a:cs typeface="DejaVu Sans"/>
              </a:defRPr>
            </a:lvl4pPr>
            <a:lvl5pPr algn="l">
              <a:defRPr sz="1350" b="0">
                <a:solidFill>
                  <a:srgbClr val="5B7075"/>
                </a:solidFill>
                <a:latin typeface="DejaVu Sans"/>
                <a:ea typeface="DejaVu Sans"/>
                <a:cs typeface="DejaVu Sans"/>
              </a:defRPr>
            </a:lvl5pPr>
            <a:lvl6pPr algn="l">
              <a:defRPr sz="1350" b="0">
                <a:solidFill>
                  <a:srgbClr val="5B7075"/>
                </a:solidFill>
                <a:latin typeface="DejaVu Sans"/>
                <a:ea typeface="DejaVu Sans"/>
                <a:cs typeface="DejaVu Sans"/>
              </a:defRPr>
            </a:lvl6pPr>
            <a:lvl7pPr algn="l">
              <a:defRPr sz="1350" b="0">
                <a:solidFill>
                  <a:srgbClr val="5B7075"/>
                </a:solidFill>
                <a:latin typeface="DejaVu Sans"/>
                <a:ea typeface="DejaVu Sans"/>
                <a:cs typeface="DejaVu Sans"/>
              </a:defRPr>
            </a:lvl7pPr>
            <a:lvl8pPr algn="l">
              <a:defRPr sz="1350" b="0">
                <a:solidFill>
                  <a:srgbClr val="5B7075"/>
                </a:solidFill>
                <a:latin typeface="DejaVu Sans"/>
                <a:ea typeface="DejaVu Sans"/>
                <a:cs typeface="DejaVu Sans"/>
              </a:defRPr>
            </a:lvl8pPr>
            <a:lvl9pPr algn="l">
              <a:defRPr sz="1350" b="0">
                <a:solidFill>
                  <a:srgbClr val="5B7075"/>
                </a:solidFill>
                <a:latin typeface="DejaVu Sans"/>
                <a:ea typeface="DejaVu Sans"/>
                <a:cs typeface="DejaVu Sans"/>
              </a:defRPr>
            </a:lvl9pPr>
          </a:lstStyle>
          <a:p xmlns:a="http://schemas.openxmlformats.org/drawingml/2006/main">
            <a:pPr algn="l">
              <a:defRPr sz="1350" b="0">
                <a:solidFill>
                  <a:srgbClr val="5B7075"/>
                </a:solidFill>
                <a:latin typeface="DejaVu Sans"/>
                <a:ea typeface="DejaVu Sans"/>
                <a:cs typeface="DejaVu Sans"/>
              </a:defRPr>
            </a:pPr>
            <a:r>
              <a:rPr sz="1350" b="0">
                <a:solidFill>
                  <a:srgbClr val="5B7075"/>
                </a:solidFill>
                <a:latin typeface="DejaVu Sans"/>
                <a:ea typeface="DejaVu Sans"/>
                <a:cs typeface="DejaVu Sans"/>
              </a:rPr>
              <a:t>Conceptual graph. Weights are illustrative cost units.</a:t>
            </a:r>
          </a:p>
        </p:txBody>
      </p:sp>
    </p:spTree>
    <p:extLst>
      <p:ext uri="{BB962C8B-B14F-4D97-AF65-F5344CB8AC3E}">
        <p14:creationId xmlns:p14="http://schemas.microsoft.com/office/powerpoint/2010/main" val="846833174"/>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6C3C73E-25FB-4E8E-9C88-4FBA854EA8C1}"/>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Data structures and their operations</a:t>
            </a:r>
          </a:p>
        </p:txBody>
      </p:sp>
      <p:sp>
        <p:nvSpPr>
          <p:cNvPr id="2" name="text-1">
            <a:extLst xmlns:a="http://schemas.openxmlformats.org/drawingml/2006/main">
              <a:ext uri="{FF2B5EF4-FFF2-40B4-BE49-F238E27FC236}">
                <a16:creationId xmlns:a16="http://schemas.microsoft.com/office/drawing/2014/main" id="{5F835116-A291-445A-A0BF-40DE7EE2D3FF}"/>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03</a:t>
            </a:r>
          </a:p>
        </p:txBody>
      </p:sp>
      <p:graphicFrame>
        <p:nvGraphicFramePr>
          <p:cNvPr id="3" name="">
            <a:extLst xmlns:a="http://schemas.openxmlformats.org/drawingml/2006/main">
              <a:ext uri="{FF2B5EF4-FFF2-40B4-BE49-F238E27FC236}">
                <a16:creationId xmlns:a16="http://schemas.microsoft.com/office/drawing/2014/main" id="{0396C5EA-1B0F-4637-B5F0-1C3699471917}"/>
              </a:ext>
            </a:extLst>
          </p:cNvPr>
          <p:cNvGraphicFramePr/>
          <p:nvPr/>
        </p:nvGraphicFramePr>
        <p:xfrm>
          <a:off xmlns:a="http://schemas.openxmlformats.org/drawingml/2006/main" x="666750" y="1543050"/>
          <a:ext xmlns:a="http://schemas.openxmlformats.org/drawingml/2006/main" cx="12334875" cy="4457700"/>
        </p:xfrm>
        <a:graphic xmlns:a="http://schemas.openxmlformats.org/drawingml/2006/main">
          <a:graphicData uri="http://schemas.openxmlformats.org/drawingml/2006/table">
            <a:tbl>
              <a:tblPr firstRow="1" bandRow="0"/>
              <a:tblGrid>
                <a:gridCol w="2857500"/>
                <a:gridCol w="3571875"/>
                <a:gridCol w="3619500"/>
                <a:gridCol w="2286000"/>
              </a:tblGrid>
              <a:tr h="636814">
                <a:tc>
                  <a:txBody>
                    <a:bodyPr lIns="123825" tIns="104775" rIns="123825" bIns="104775"/>
                    <a:lstStyle/>
                    <a:p>
                      <a:pPr algn="l"/>
                      <a:r>
                        <a:rPr sz="1800" b="1">
                          <a:solidFill>
                            <a:srgbClr val="F8FAF8"/>
                          </a:solidFill>
                          <a:latin typeface="DejaVu Sans"/>
                          <a:ea typeface="DejaVu Sans"/>
                          <a:cs typeface="DejaVu Sans"/>
                        </a:rPr>
                        <a:t>Structure</a:t>
                      </a:r>
                    </a:p>
                  </a:txBody>
                  <a:tcPr marL="91440" marR="91440" marT="45720" marB="45720" anchor="ctr">
                    <a:lnL w="6668">
                      <a:solidFill>
                        <a:srgbClr val="CBD7D8"/>
                      </a:solidFill>
                      <a:prstDash val="solid"/>
                    </a:lnL>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800" b="1">
                          <a:solidFill>
                            <a:srgbClr val="F8FAF8"/>
                          </a:solidFill>
                          <a:latin typeface="DejaVu Sans"/>
                          <a:ea typeface="DejaVu Sans"/>
                          <a:cs typeface="DejaVu Sans"/>
                        </a:rPr>
                        <a:t>Stored state</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800" b="1">
                          <a:solidFill>
                            <a:srgbClr val="F8FAF8"/>
                          </a:solidFill>
                          <a:latin typeface="DejaVu Sans"/>
                          <a:ea typeface="DejaVu Sans"/>
                          <a:cs typeface="DejaVu Sans"/>
                        </a:rPr>
                        <a:t>Main operation</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800" b="1">
                          <a:solidFill>
                            <a:srgbClr val="F8FAF8"/>
                          </a:solidFill>
                          <a:latin typeface="DejaVu Sans"/>
                          <a:ea typeface="DejaVu Sans"/>
                          <a:cs typeface="DejaVu Sans"/>
                        </a:rPr>
                        <a:t>Cost</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r>
              <a:tr h="636814">
                <a:tc>
                  <a:txBody>
                    <a:bodyPr lIns="123825" tIns="104775" rIns="123825" bIns="104775"/>
                    <a:lstStyle/>
                    <a:p>
                      <a:pPr algn="l"/>
                      <a:r>
                        <a:rPr sz="1800" b="0">
                          <a:solidFill>
                            <a:srgbClr val="233B45"/>
                          </a:solidFill>
                          <a:latin typeface="DejaVu Sans"/>
                          <a:ea typeface="DejaVu Sans"/>
                          <a:cs typeface="DejaVu Sans"/>
                        </a:rPr>
                        <a:t>Adjacency list</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node → outgoing Arc list</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Expand one node</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O(out-degree)</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636814">
                <a:tc>
                  <a:txBody>
                    <a:bodyPr lIns="123825" tIns="104775" rIns="123825" bIns="104775"/>
                    <a:lstStyle/>
                    <a:p>
                      <a:pPr algn="l"/>
                      <a:r>
                        <a:rPr sz="1800" b="0">
                          <a:solidFill>
                            <a:srgbClr val="233B45"/>
                          </a:solidFill>
                          <a:latin typeface="DejaVu Sans"/>
                          <a:ea typeface="DejaVu Sans"/>
                          <a:cs typeface="DejaVu Sans"/>
                        </a:rPr>
                        <a:t>Binary min-heap</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(rank, serial, node)</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Push / extract minimum</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O(log H)</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r h="636814">
                <a:tc>
                  <a:txBody>
                    <a:bodyPr lIns="123825" tIns="104775" rIns="123825" bIns="104775"/>
                    <a:lstStyle/>
                    <a:p>
                      <a:pPr algn="l"/>
                      <a:r>
                        <a:rPr sz="1800" b="0">
                          <a:solidFill>
                            <a:srgbClr val="233B45"/>
                          </a:solidFill>
                          <a:latin typeface="DejaVu Sans"/>
                          <a:ea typeface="DejaVu Sans"/>
                          <a:cs typeface="DejaVu Sans"/>
                        </a:rPr>
                        <a:t>best hash map</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node → current best rank</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Compare and relax</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Expected O(1)</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636814">
                <a:tc>
                  <a:txBody>
                    <a:bodyPr lIns="123825" tIns="104775" rIns="123825" bIns="104775"/>
                    <a:lstStyle/>
                    <a:p>
                      <a:pPr algn="l"/>
                      <a:r>
                        <a:rPr sz="1800" b="0">
                          <a:solidFill>
                            <a:srgbClr val="233B45"/>
                          </a:solidFill>
                          <a:latin typeface="DejaVu Sans"/>
                          <a:ea typeface="DejaVu Sans"/>
                          <a:cs typeface="DejaVu Sans"/>
                        </a:rPr>
                        <a:t>previous hash map</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node → incoming Arc</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Follow predecessor</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Expected O(1)</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r h="636814">
                <a:tc>
                  <a:txBody>
                    <a:bodyPr lIns="123825" tIns="104775" rIns="123825" bIns="104775"/>
                    <a:lstStyle/>
                    <a:p>
                      <a:pPr algn="l"/>
                      <a:r>
                        <a:rPr sz="1800" b="0">
                          <a:solidFill>
                            <a:srgbClr val="233B45"/>
                          </a:solidFill>
                          <a:latin typeface="DejaVu Sans"/>
                          <a:ea typeface="DejaVu Sans"/>
                          <a:cs typeface="DejaVu Sans"/>
                        </a:rPr>
                        <a:t>Sets</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Seen IDs, sources, targets</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Uniqueness / membership</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Expected O(1)</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636814">
                <a:tc>
                  <a:txBody>
                    <a:bodyPr lIns="123825" tIns="104775" rIns="123825" bIns="104775"/>
                    <a:lstStyle/>
                    <a:p>
                      <a:pPr algn="l"/>
                      <a:r>
                        <a:rPr sz="1800" b="0">
                          <a:solidFill>
                            <a:srgbClr val="233B45"/>
                          </a:solidFill>
                          <a:latin typeface="DejaVu Sans"/>
                          <a:ea typeface="DejaVu Sans"/>
                          <a:cs typeface="DejaVu Sans"/>
                        </a:rPr>
                        <a:t>Dynamic lists</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Ordered route nodes / edges</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Append, then reverse</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O(L) total route work</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bl>
          </a:graphicData>
        </a:graphic>
      </p:graphicFrame>
      <p:sp>
        <p:nvSpPr>
          <p:cNvPr id="4" name="text-2">
            <a:extLst xmlns:a="http://schemas.openxmlformats.org/drawingml/2006/main">
              <a:ext uri="{FF2B5EF4-FFF2-40B4-BE49-F238E27FC236}">
                <a16:creationId xmlns:a16="http://schemas.microsoft.com/office/drawing/2014/main" id="{0F2B4319-0AA4-4D8F-8BB1-AB2970ACD0A6}"/>
              </a:ext>
            </a:extLst>
          </p:cNvPr>
          <p:cNvSpPr>
            <a:spLocks xmlns:a="http://schemas.openxmlformats.org/drawingml/2006/main" noGrp="1"/>
          </p:cNvSpPr>
          <p:nvPr/>
        </p:nvSpPr>
        <p:spPr>
          <a:xfrm xmlns:a="http://schemas.openxmlformats.org/drawingml/2006/main">
            <a:off x="723900" y="640080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22D3B"/>
                </a:solidFill>
                <a:latin typeface="DejaVu Sans"/>
                <a:ea typeface="DejaVu Sans"/>
                <a:cs typeface="DejaVu Sans"/>
              </a:defRPr>
            </a:defPPr>
            <a:lvl1pPr algn="l">
              <a:defRPr sz="2100" b="1">
                <a:solidFill>
                  <a:srgbClr val="122D3B"/>
                </a:solidFill>
                <a:latin typeface="DejaVu Sans"/>
                <a:ea typeface="DejaVu Sans"/>
                <a:cs typeface="DejaVu Sans"/>
              </a:defRPr>
            </a:lvl1pPr>
            <a:lvl2pPr algn="l">
              <a:defRPr sz="2100" b="1">
                <a:solidFill>
                  <a:srgbClr val="122D3B"/>
                </a:solidFill>
                <a:latin typeface="DejaVu Sans"/>
                <a:ea typeface="DejaVu Sans"/>
                <a:cs typeface="DejaVu Sans"/>
              </a:defRPr>
            </a:lvl2pPr>
            <a:lvl3pPr algn="l">
              <a:defRPr sz="2100" b="1">
                <a:solidFill>
                  <a:srgbClr val="122D3B"/>
                </a:solidFill>
                <a:latin typeface="DejaVu Sans"/>
                <a:ea typeface="DejaVu Sans"/>
                <a:cs typeface="DejaVu Sans"/>
              </a:defRPr>
            </a:lvl3pPr>
            <a:lvl4pPr algn="l">
              <a:defRPr sz="2100" b="1">
                <a:solidFill>
                  <a:srgbClr val="122D3B"/>
                </a:solidFill>
                <a:latin typeface="DejaVu Sans"/>
                <a:ea typeface="DejaVu Sans"/>
                <a:cs typeface="DejaVu Sans"/>
              </a:defRPr>
            </a:lvl4pPr>
            <a:lvl5pPr algn="l">
              <a:defRPr sz="2100" b="1">
                <a:solidFill>
                  <a:srgbClr val="122D3B"/>
                </a:solidFill>
                <a:latin typeface="DejaVu Sans"/>
                <a:ea typeface="DejaVu Sans"/>
                <a:cs typeface="DejaVu Sans"/>
              </a:defRPr>
            </a:lvl5pPr>
            <a:lvl6pPr algn="l">
              <a:defRPr sz="2100" b="1">
                <a:solidFill>
                  <a:srgbClr val="122D3B"/>
                </a:solidFill>
                <a:latin typeface="DejaVu Sans"/>
                <a:ea typeface="DejaVu Sans"/>
                <a:cs typeface="DejaVu Sans"/>
              </a:defRPr>
            </a:lvl6pPr>
            <a:lvl7pPr algn="l">
              <a:defRPr sz="2100" b="1">
                <a:solidFill>
                  <a:srgbClr val="122D3B"/>
                </a:solidFill>
                <a:latin typeface="DejaVu Sans"/>
                <a:ea typeface="DejaVu Sans"/>
                <a:cs typeface="DejaVu Sans"/>
              </a:defRPr>
            </a:lvl7pPr>
            <a:lvl8pPr algn="l">
              <a:defRPr sz="2100" b="1">
                <a:solidFill>
                  <a:srgbClr val="122D3B"/>
                </a:solidFill>
                <a:latin typeface="DejaVu Sans"/>
                <a:ea typeface="DejaVu Sans"/>
                <a:cs typeface="DejaVu Sans"/>
              </a:defRPr>
            </a:lvl8pPr>
            <a:lvl9pPr algn="l">
              <a:defRPr sz="2100" b="1">
                <a:solidFill>
                  <a:srgbClr val="122D3B"/>
                </a:solidFill>
                <a:latin typeface="DejaVu Sans"/>
                <a:ea typeface="DejaVu Sans"/>
                <a:cs typeface="DejaVu Sans"/>
              </a:defRPr>
            </a:lvl9pPr>
          </a:lstStyle>
          <a:p xmlns:a="http://schemas.openxmlformats.org/drawingml/2006/main">
            <a:pPr algn="l">
              <a:defRPr sz="2100" b="1">
                <a:solidFill>
                  <a:srgbClr val="122D3B"/>
                </a:solidFill>
                <a:latin typeface="DejaVu Sans"/>
                <a:ea typeface="DejaVu Sans"/>
                <a:cs typeface="DejaVu Sans"/>
              </a:defRPr>
            </a:pPr>
            <a:r>
              <a:rPr sz="2100" b="1">
                <a:solidFill>
                  <a:srgbClr val="122D3B"/>
                </a:solidFill>
                <a:latin typeface="DejaVu Sans"/>
                <a:ea typeface="DejaVu Sans"/>
                <a:cs typeface="DejaVu Sans"/>
              </a:rPr>
              <a:t>Data flow</a:t>
            </a:r>
          </a:p>
        </p:txBody>
      </p:sp>
      <p:sp>
        <p:nvSpPr>
          <p:cNvPr id="5" name="text-3">
            <a:extLst xmlns:a="http://schemas.openxmlformats.org/drawingml/2006/main">
              <a:ext uri="{FF2B5EF4-FFF2-40B4-BE49-F238E27FC236}">
                <a16:creationId xmlns:a16="http://schemas.microsoft.com/office/drawing/2014/main" id="{7B4EC2CF-860B-4EEC-94A7-DAE88017DE4E}"/>
              </a:ext>
            </a:extLst>
          </p:cNvPr>
          <p:cNvSpPr>
            <a:spLocks xmlns:a="http://schemas.openxmlformats.org/drawingml/2006/main" noGrp="1"/>
          </p:cNvSpPr>
          <p:nvPr/>
        </p:nvSpPr>
        <p:spPr>
          <a:xfrm xmlns:a="http://schemas.openxmlformats.org/drawingml/2006/main">
            <a:off x="2686050" y="643890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22D3B"/>
                </a:solidFill>
                <a:latin typeface="DejaVu Sans Mono"/>
                <a:ea typeface="DejaVu Sans Mono"/>
                <a:cs typeface="DejaVu Sans Mono"/>
              </a:defRPr>
            </a:defPPr>
            <a:lvl1pPr algn="l">
              <a:defRPr sz="1875" b="0">
                <a:solidFill>
                  <a:srgbClr val="122D3B"/>
                </a:solidFill>
                <a:latin typeface="DejaVu Sans Mono"/>
                <a:ea typeface="DejaVu Sans Mono"/>
                <a:cs typeface="DejaVu Sans Mono"/>
              </a:defRPr>
            </a:lvl1pPr>
            <a:lvl2pPr algn="l">
              <a:defRPr sz="1875" b="0">
                <a:solidFill>
                  <a:srgbClr val="122D3B"/>
                </a:solidFill>
                <a:latin typeface="DejaVu Sans Mono"/>
                <a:ea typeface="DejaVu Sans Mono"/>
                <a:cs typeface="DejaVu Sans Mono"/>
              </a:defRPr>
            </a:lvl2pPr>
            <a:lvl3pPr algn="l">
              <a:defRPr sz="1875" b="0">
                <a:solidFill>
                  <a:srgbClr val="122D3B"/>
                </a:solidFill>
                <a:latin typeface="DejaVu Sans Mono"/>
                <a:ea typeface="DejaVu Sans Mono"/>
                <a:cs typeface="DejaVu Sans Mono"/>
              </a:defRPr>
            </a:lvl3pPr>
            <a:lvl4pPr algn="l">
              <a:defRPr sz="1875" b="0">
                <a:solidFill>
                  <a:srgbClr val="122D3B"/>
                </a:solidFill>
                <a:latin typeface="DejaVu Sans Mono"/>
                <a:ea typeface="DejaVu Sans Mono"/>
                <a:cs typeface="DejaVu Sans Mono"/>
              </a:defRPr>
            </a:lvl4pPr>
            <a:lvl5pPr algn="l">
              <a:defRPr sz="1875" b="0">
                <a:solidFill>
                  <a:srgbClr val="122D3B"/>
                </a:solidFill>
                <a:latin typeface="DejaVu Sans Mono"/>
                <a:ea typeface="DejaVu Sans Mono"/>
                <a:cs typeface="DejaVu Sans Mono"/>
              </a:defRPr>
            </a:lvl5pPr>
            <a:lvl6pPr algn="l">
              <a:defRPr sz="1875" b="0">
                <a:solidFill>
                  <a:srgbClr val="122D3B"/>
                </a:solidFill>
                <a:latin typeface="DejaVu Sans Mono"/>
                <a:ea typeface="DejaVu Sans Mono"/>
                <a:cs typeface="DejaVu Sans Mono"/>
              </a:defRPr>
            </a:lvl6pPr>
            <a:lvl7pPr algn="l">
              <a:defRPr sz="1875" b="0">
                <a:solidFill>
                  <a:srgbClr val="122D3B"/>
                </a:solidFill>
                <a:latin typeface="DejaVu Sans Mono"/>
                <a:ea typeface="DejaVu Sans Mono"/>
                <a:cs typeface="DejaVu Sans Mono"/>
              </a:defRPr>
            </a:lvl7pPr>
            <a:lvl8pPr algn="l">
              <a:defRPr sz="1875" b="0">
                <a:solidFill>
                  <a:srgbClr val="122D3B"/>
                </a:solidFill>
                <a:latin typeface="DejaVu Sans Mono"/>
                <a:ea typeface="DejaVu Sans Mono"/>
                <a:cs typeface="DejaVu Sans Mono"/>
              </a:defRPr>
            </a:lvl8pPr>
            <a:lvl9pPr algn="l">
              <a:defRPr sz="1875" b="0">
                <a:solidFill>
                  <a:srgbClr val="122D3B"/>
                </a:solidFill>
                <a:latin typeface="DejaVu Sans Mono"/>
                <a:ea typeface="DejaVu Sans Mono"/>
                <a:cs typeface="DejaVu Sans Mono"/>
              </a:defRPr>
            </a:lvl9pPr>
          </a:lstStyle>
          <a:p xmlns:a="http://schemas.openxmlformats.org/drawingml/2006/main">
            <a:pPr algn="l">
              <a:defRPr sz="1875" b="0">
                <a:solidFill>
                  <a:srgbClr val="122D3B"/>
                </a:solidFill>
                <a:latin typeface="DejaVu Sans Mono"/>
                <a:ea typeface="DejaVu Sans Mono"/>
                <a:cs typeface="DejaVu Sans Mono"/>
              </a:defRPr>
            </a:pPr>
            <a:r>
              <a:rPr sz="1875" b="0">
                <a:solidFill>
                  <a:srgbClr val="122D3B"/>
                </a:solidFill>
                <a:latin typeface="DejaVu Sans Mono"/>
                <a:ea typeface="DejaVu Sans Mono"/>
                <a:cs typeface="DejaVu Sans Mono"/>
              </a:rPr>
              <a:t>arcs → adjacency → heap + best → previous → ordered path</a:t>
            </a:r>
          </a:p>
        </p:txBody>
      </p:sp>
      <p:sp>
        <p:nvSpPr>
          <p:cNvPr id="6" name="text-4">
            <a:extLst xmlns:a="http://schemas.openxmlformats.org/drawingml/2006/main">
              <a:ext uri="{FF2B5EF4-FFF2-40B4-BE49-F238E27FC236}">
                <a16:creationId xmlns:a16="http://schemas.microsoft.com/office/drawing/2014/main" id="{27EA5244-54AA-4D46-B6EE-9D76FFA84E11}"/>
              </a:ext>
            </a:extLst>
          </p:cNvPr>
          <p:cNvSpPr>
            <a:spLocks xmlns:a="http://schemas.openxmlformats.org/drawingml/2006/main" noGrp="1"/>
          </p:cNvSpPr>
          <p:nvPr/>
        </p:nvSpPr>
        <p:spPr>
          <a:xfrm xmlns:a="http://schemas.openxmlformats.org/drawingml/2006/main">
            <a:off x="723900" y="7019925"/>
            <a:ext cx="1181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B7075"/>
                </a:solidFill>
                <a:latin typeface="DejaVu Sans"/>
                <a:ea typeface="DejaVu Sans"/>
                <a:cs typeface="DejaVu Sans"/>
              </a:defRPr>
            </a:defPPr>
            <a:lvl1pPr algn="l">
              <a:defRPr sz="1350" b="0">
                <a:solidFill>
                  <a:srgbClr val="5B7075"/>
                </a:solidFill>
                <a:latin typeface="DejaVu Sans"/>
                <a:ea typeface="DejaVu Sans"/>
                <a:cs typeface="DejaVu Sans"/>
              </a:defRPr>
            </a:lvl1pPr>
            <a:lvl2pPr algn="l">
              <a:defRPr sz="1350" b="0">
                <a:solidFill>
                  <a:srgbClr val="5B7075"/>
                </a:solidFill>
                <a:latin typeface="DejaVu Sans"/>
                <a:ea typeface="DejaVu Sans"/>
                <a:cs typeface="DejaVu Sans"/>
              </a:defRPr>
            </a:lvl2pPr>
            <a:lvl3pPr algn="l">
              <a:defRPr sz="1350" b="0">
                <a:solidFill>
                  <a:srgbClr val="5B7075"/>
                </a:solidFill>
                <a:latin typeface="DejaVu Sans"/>
                <a:ea typeface="DejaVu Sans"/>
                <a:cs typeface="DejaVu Sans"/>
              </a:defRPr>
            </a:lvl3pPr>
            <a:lvl4pPr algn="l">
              <a:defRPr sz="1350" b="0">
                <a:solidFill>
                  <a:srgbClr val="5B7075"/>
                </a:solidFill>
                <a:latin typeface="DejaVu Sans"/>
                <a:ea typeface="DejaVu Sans"/>
                <a:cs typeface="DejaVu Sans"/>
              </a:defRPr>
            </a:lvl4pPr>
            <a:lvl5pPr algn="l">
              <a:defRPr sz="1350" b="0">
                <a:solidFill>
                  <a:srgbClr val="5B7075"/>
                </a:solidFill>
                <a:latin typeface="DejaVu Sans"/>
                <a:ea typeface="DejaVu Sans"/>
                <a:cs typeface="DejaVu Sans"/>
              </a:defRPr>
            </a:lvl5pPr>
            <a:lvl6pPr algn="l">
              <a:defRPr sz="1350" b="0">
                <a:solidFill>
                  <a:srgbClr val="5B7075"/>
                </a:solidFill>
                <a:latin typeface="DejaVu Sans"/>
                <a:ea typeface="DejaVu Sans"/>
                <a:cs typeface="DejaVu Sans"/>
              </a:defRPr>
            </a:lvl6pPr>
            <a:lvl7pPr algn="l">
              <a:defRPr sz="1350" b="0">
                <a:solidFill>
                  <a:srgbClr val="5B7075"/>
                </a:solidFill>
                <a:latin typeface="DejaVu Sans"/>
                <a:ea typeface="DejaVu Sans"/>
                <a:cs typeface="DejaVu Sans"/>
              </a:defRPr>
            </a:lvl7pPr>
            <a:lvl8pPr algn="l">
              <a:defRPr sz="1350" b="0">
                <a:solidFill>
                  <a:srgbClr val="5B7075"/>
                </a:solidFill>
                <a:latin typeface="DejaVu Sans"/>
                <a:ea typeface="DejaVu Sans"/>
                <a:cs typeface="DejaVu Sans"/>
              </a:defRPr>
            </a:lvl8pPr>
            <a:lvl9pPr algn="l">
              <a:defRPr sz="1350" b="0">
                <a:solidFill>
                  <a:srgbClr val="5B7075"/>
                </a:solidFill>
                <a:latin typeface="DejaVu Sans"/>
                <a:ea typeface="DejaVu Sans"/>
                <a:cs typeface="DejaVu Sans"/>
              </a:defRPr>
            </a:lvl9pPr>
          </a:lstStyle>
          <a:p xmlns:a="http://schemas.openxmlformats.org/drawingml/2006/main">
            <a:pPr algn="l">
              <a:defRPr sz="1350" b="0">
                <a:solidFill>
                  <a:srgbClr val="5B7075"/>
                </a:solidFill>
                <a:latin typeface="DejaVu Sans"/>
                <a:ea typeface="DejaVu Sans"/>
                <a:cs typeface="DejaVu Sans"/>
              </a:defRPr>
            </a:pPr>
            <a:r>
              <a:rPr sz="1350" b="0">
                <a:solidFill>
                  <a:srgbClr val="5B7075"/>
                </a:solidFill>
                <a:latin typeface="DejaVu Sans"/>
                <a:ea typeface="DejaVu Sans"/>
                <a:cs typeface="DejaVu Sans"/>
              </a:rPr>
              <a:t>H = heap entries. L = returned path length. UUIDs identify records, not physical coordinates.</a:t>
            </a:r>
          </a:p>
        </p:txBody>
      </p:sp>
    </p:spTree>
    <p:extLst>
      <p:ext uri="{BB962C8B-B14F-4D97-AF65-F5344CB8AC3E}">
        <p14:creationId xmlns:p14="http://schemas.microsoft.com/office/powerpoint/2010/main" val="1380251935"/>
      </p:ext>
    </p:extLst>
  </p:cSld>
</p:sld>
</file>

<file path=ppt/slides/slide4.xml><?xml version="1.0" encoding="utf-8"?>
<p:sld xmlns:p="http://schemas.openxmlformats.org/presentationml/2006/main">
  <p:cSld>
    <p:bg>
      <p:bgPr>
        <a:solidFill xmlns:a="http://schemas.openxmlformats.org/drawingml/2006/main">
          <a:srgbClr val="0A202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0FBA793-7EEC-41A1-83B2-522F398DD979}"/>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F8FAF8"/>
                </a:solidFill>
                <a:latin typeface="Bitstream Charter"/>
                <a:ea typeface="Bitstream Charter"/>
                <a:cs typeface="Bitstream Charter"/>
              </a:defRPr>
            </a:defPPr>
            <a:lvl1pPr algn="l">
              <a:defRPr sz="3975" b="1">
                <a:solidFill>
                  <a:srgbClr val="F8FAF8"/>
                </a:solidFill>
                <a:latin typeface="Bitstream Charter"/>
                <a:ea typeface="Bitstream Charter"/>
                <a:cs typeface="Bitstream Charter"/>
              </a:defRPr>
            </a:lvl1pPr>
            <a:lvl2pPr algn="l">
              <a:defRPr sz="3975" b="1">
                <a:solidFill>
                  <a:srgbClr val="F8FAF8"/>
                </a:solidFill>
                <a:latin typeface="Bitstream Charter"/>
                <a:ea typeface="Bitstream Charter"/>
                <a:cs typeface="Bitstream Charter"/>
              </a:defRPr>
            </a:lvl2pPr>
            <a:lvl3pPr algn="l">
              <a:defRPr sz="3975" b="1">
                <a:solidFill>
                  <a:srgbClr val="F8FAF8"/>
                </a:solidFill>
                <a:latin typeface="Bitstream Charter"/>
                <a:ea typeface="Bitstream Charter"/>
                <a:cs typeface="Bitstream Charter"/>
              </a:defRPr>
            </a:lvl3pPr>
            <a:lvl4pPr algn="l">
              <a:defRPr sz="3975" b="1">
                <a:solidFill>
                  <a:srgbClr val="F8FAF8"/>
                </a:solidFill>
                <a:latin typeface="Bitstream Charter"/>
                <a:ea typeface="Bitstream Charter"/>
                <a:cs typeface="Bitstream Charter"/>
              </a:defRPr>
            </a:lvl4pPr>
            <a:lvl5pPr algn="l">
              <a:defRPr sz="3975" b="1">
                <a:solidFill>
                  <a:srgbClr val="F8FAF8"/>
                </a:solidFill>
                <a:latin typeface="Bitstream Charter"/>
                <a:ea typeface="Bitstream Charter"/>
                <a:cs typeface="Bitstream Charter"/>
              </a:defRPr>
            </a:lvl5pPr>
            <a:lvl6pPr algn="l">
              <a:defRPr sz="3975" b="1">
                <a:solidFill>
                  <a:srgbClr val="F8FAF8"/>
                </a:solidFill>
                <a:latin typeface="Bitstream Charter"/>
                <a:ea typeface="Bitstream Charter"/>
                <a:cs typeface="Bitstream Charter"/>
              </a:defRPr>
            </a:lvl6pPr>
            <a:lvl7pPr algn="l">
              <a:defRPr sz="3975" b="1">
                <a:solidFill>
                  <a:srgbClr val="F8FAF8"/>
                </a:solidFill>
                <a:latin typeface="Bitstream Charter"/>
                <a:ea typeface="Bitstream Charter"/>
                <a:cs typeface="Bitstream Charter"/>
              </a:defRPr>
            </a:lvl7pPr>
            <a:lvl8pPr algn="l">
              <a:defRPr sz="3975" b="1">
                <a:solidFill>
                  <a:srgbClr val="F8FAF8"/>
                </a:solidFill>
                <a:latin typeface="Bitstream Charter"/>
                <a:ea typeface="Bitstream Charter"/>
                <a:cs typeface="Bitstream Charter"/>
              </a:defRPr>
            </a:lvl8pPr>
            <a:lvl9pPr algn="l">
              <a:defRPr sz="3975" b="1">
                <a:solidFill>
                  <a:srgbClr val="F8FAF8"/>
                </a:solidFill>
                <a:latin typeface="Bitstream Charter"/>
                <a:ea typeface="Bitstream Charter"/>
                <a:cs typeface="Bitstream Charter"/>
              </a:defRPr>
            </a:lvl9pPr>
          </a:lstStyle>
          <a:p xmlns:a="http://schemas.openxmlformats.org/drawingml/2006/main">
            <a:pPr algn="l">
              <a:defRPr sz="3975" b="1">
                <a:solidFill>
                  <a:srgbClr val="F8FAF8"/>
                </a:solidFill>
                <a:latin typeface="Bitstream Charter"/>
                <a:ea typeface="Bitstream Charter"/>
                <a:cs typeface="Bitstream Charter"/>
              </a:defRPr>
            </a:pPr>
            <a:r>
              <a:rPr sz="3975" b="1">
                <a:solidFill>
                  <a:srgbClr val="F8FAF8"/>
                </a:solidFill>
                <a:latin typeface="Bitstream Charter"/>
                <a:ea typeface="Bitstream Charter"/>
                <a:cs typeface="Bitstream Charter"/>
              </a:rPr>
              <a:t>Dijkstra: relaxation, ranking and termination</a:t>
            </a:r>
          </a:p>
        </p:txBody>
      </p:sp>
      <p:sp>
        <p:nvSpPr>
          <p:cNvPr id="2" name="text-1">
            <a:extLst xmlns:a="http://schemas.openxmlformats.org/drawingml/2006/main">
              <a:ext uri="{FF2B5EF4-FFF2-40B4-BE49-F238E27FC236}">
                <a16:creationId xmlns:a16="http://schemas.microsoft.com/office/drawing/2014/main" id="{0B712D70-1C10-4221-A13F-81C138659C9B}"/>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8BD2D4"/>
                </a:solidFill>
                <a:latin typeface="DejaVu Sans"/>
                <a:ea typeface="DejaVu Sans"/>
                <a:cs typeface="DejaVu Sans"/>
              </a:defRPr>
            </a:defPPr>
            <a:lvl1pPr algn="r">
              <a:defRPr sz="1275" b="0">
                <a:solidFill>
                  <a:srgbClr val="8BD2D4"/>
                </a:solidFill>
                <a:latin typeface="DejaVu Sans"/>
                <a:ea typeface="DejaVu Sans"/>
                <a:cs typeface="DejaVu Sans"/>
              </a:defRPr>
            </a:lvl1pPr>
            <a:lvl2pPr algn="r">
              <a:defRPr sz="1275" b="0">
                <a:solidFill>
                  <a:srgbClr val="8BD2D4"/>
                </a:solidFill>
                <a:latin typeface="DejaVu Sans"/>
                <a:ea typeface="DejaVu Sans"/>
                <a:cs typeface="DejaVu Sans"/>
              </a:defRPr>
            </a:lvl2pPr>
            <a:lvl3pPr algn="r">
              <a:defRPr sz="1275" b="0">
                <a:solidFill>
                  <a:srgbClr val="8BD2D4"/>
                </a:solidFill>
                <a:latin typeface="DejaVu Sans"/>
                <a:ea typeface="DejaVu Sans"/>
                <a:cs typeface="DejaVu Sans"/>
              </a:defRPr>
            </a:lvl3pPr>
            <a:lvl4pPr algn="r">
              <a:defRPr sz="1275" b="0">
                <a:solidFill>
                  <a:srgbClr val="8BD2D4"/>
                </a:solidFill>
                <a:latin typeface="DejaVu Sans"/>
                <a:ea typeface="DejaVu Sans"/>
                <a:cs typeface="DejaVu Sans"/>
              </a:defRPr>
            </a:lvl4pPr>
            <a:lvl5pPr algn="r">
              <a:defRPr sz="1275" b="0">
                <a:solidFill>
                  <a:srgbClr val="8BD2D4"/>
                </a:solidFill>
                <a:latin typeface="DejaVu Sans"/>
                <a:ea typeface="DejaVu Sans"/>
                <a:cs typeface="DejaVu Sans"/>
              </a:defRPr>
            </a:lvl5pPr>
            <a:lvl6pPr algn="r">
              <a:defRPr sz="1275" b="0">
                <a:solidFill>
                  <a:srgbClr val="8BD2D4"/>
                </a:solidFill>
                <a:latin typeface="DejaVu Sans"/>
                <a:ea typeface="DejaVu Sans"/>
                <a:cs typeface="DejaVu Sans"/>
              </a:defRPr>
            </a:lvl6pPr>
            <a:lvl7pPr algn="r">
              <a:defRPr sz="1275" b="0">
                <a:solidFill>
                  <a:srgbClr val="8BD2D4"/>
                </a:solidFill>
                <a:latin typeface="DejaVu Sans"/>
                <a:ea typeface="DejaVu Sans"/>
                <a:cs typeface="DejaVu Sans"/>
              </a:defRPr>
            </a:lvl7pPr>
            <a:lvl8pPr algn="r">
              <a:defRPr sz="1275" b="0">
                <a:solidFill>
                  <a:srgbClr val="8BD2D4"/>
                </a:solidFill>
                <a:latin typeface="DejaVu Sans"/>
                <a:ea typeface="DejaVu Sans"/>
                <a:cs typeface="DejaVu Sans"/>
              </a:defRPr>
            </a:lvl8pPr>
            <a:lvl9pPr algn="r">
              <a:defRPr sz="1275" b="0">
                <a:solidFill>
                  <a:srgbClr val="8BD2D4"/>
                </a:solidFill>
                <a:latin typeface="DejaVu Sans"/>
                <a:ea typeface="DejaVu Sans"/>
                <a:cs typeface="DejaVu Sans"/>
              </a:defRPr>
            </a:lvl9pPr>
          </a:lstStyle>
          <a:p xmlns:a="http://schemas.openxmlformats.org/drawingml/2006/main">
            <a:pPr algn="r">
              <a:defRPr sz="1275" b="0">
                <a:solidFill>
                  <a:srgbClr val="8BD2D4"/>
                </a:solidFill>
                <a:latin typeface="DejaVu Sans"/>
                <a:ea typeface="DejaVu Sans"/>
                <a:cs typeface="DejaVu Sans"/>
              </a:defRPr>
            </a:pPr>
            <a:r>
              <a:rPr sz="1275" b="0">
                <a:solidFill>
                  <a:srgbClr val="8BD2D4"/>
                </a:solidFill>
                <a:latin typeface="DejaVu Sans"/>
                <a:ea typeface="DejaVu Sans"/>
                <a:cs typeface="DejaVu Sans"/>
              </a:rPr>
              <a:t>04</a:t>
            </a:r>
          </a:p>
        </p:txBody>
      </p:sp>
      <p:sp>
        <p:nvSpPr>
          <p:cNvPr id="3" name="text-2">
            <a:extLst xmlns:a="http://schemas.openxmlformats.org/drawingml/2006/main">
              <a:ext uri="{FF2B5EF4-FFF2-40B4-BE49-F238E27FC236}">
                <a16:creationId xmlns:a16="http://schemas.microsoft.com/office/drawing/2014/main" id="{930A6BE4-A962-41D3-9143-A4146F1DFE6B}"/>
              </a:ext>
            </a:extLst>
          </p:cNvPr>
          <p:cNvSpPr>
            <a:spLocks xmlns:a="http://schemas.openxmlformats.org/drawingml/2006/main" noGrp="1"/>
          </p:cNvSpPr>
          <p:nvPr/>
        </p:nvSpPr>
        <p:spPr>
          <a:xfrm xmlns:a="http://schemas.openxmlformats.org/drawingml/2006/main">
            <a:off x="714375" y="1562100"/>
            <a:ext cx="8143875"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8FAF8"/>
                </a:solidFill>
                <a:latin typeface="DejaVu Sans Mono"/>
                <a:ea typeface="DejaVu Sans Mono"/>
                <a:cs typeface="DejaVu Sans Mono"/>
              </a:defRPr>
            </a:defPPr>
            <a:lvl1pPr algn="l">
              <a:defRPr sz="1800" b="0">
                <a:solidFill>
                  <a:srgbClr val="F8FAF8"/>
                </a:solidFill>
                <a:latin typeface="DejaVu Sans Mono"/>
                <a:ea typeface="DejaVu Sans Mono"/>
                <a:cs typeface="DejaVu Sans Mono"/>
              </a:defRPr>
            </a:lvl1pPr>
            <a:lvl2pPr algn="l">
              <a:defRPr sz="1800" b="0">
                <a:solidFill>
                  <a:srgbClr val="F8FAF8"/>
                </a:solidFill>
                <a:latin typeface="DejaVu Sans Mono"/>
                <a:ea typeface="DejaVu Sans Mono"/>
                <a:cs typeface="DejaVu Sans Mono"/>
              </a:defRPr>
            </a:lvl2pPr>
            <a:lvl3pPr algn="l">
              <a:defRPr sz="1800" b="0">
                <a:solidFill>
                  <a:srgbClr val="F8FAF8"/>
                </a:solidFill>
                <a:latin typeface="DejaVu Sans Mono"/>
                <a:ea typeface="DejaVu Sans Mono"/>
                <a:cs typeface="DejaVu Sans Mono"/>
              </a:defRPr>
            </a:lvl3pPr>
            <a:lvl4pPr algn="l">
              <a:defRPr sz="1800" b="0">
                <a:solidFill>
                  <a:srgbClr val="F8FAF8"/>
                </a:solidFill>
                <a:latin typeface="DejaVu Sans Mono"/>
                <a:ea typeface="DejaVu Sans Mono"/>
                <a:cs typeface="DejaVu Sans Mono"/>
              </a:defRPr>
            </a:lvl4pPr>
            <a:lvl5pPr algn="l">
              <a:defRPr sz="1800" b="0">
                <a:solidFill>
                  <a:srgbClr val="F8FAF8"/>
                </a:solidFill>
                <a:latin typeface="DejaVu Sans Mono"/>
                <a:ea typeface="DejaVu Sans Mono"/>
                <a:cs typeface="DejaVu Sans Mono"/>
              </a:defRPr>
            </a:lvl5pPr>
            <a:lvl6pPr algn="l">
              <a:defRPr sz="1800" b="0">
                <a:solidFill>
                  <a:srgbClr val="F8FAF8"/>
                </a:solidFill>
                <a:latin typeface="DejaVu Sans Mono"/>
                <a:ea typeface="DejaVu Sans Mono"/>
                <a:cs typeface="DejaVu Sans Mono"/>
              </a:defRPr>
            </a:lvl6pPr>
            <a:lvl7pPr algn="l">
              <a:defRPr sz="1800" b="0">
                <a:solidFill>
                  <a:srgbClr val="F8FAF8"/>
                </a:solidFill>
                <a:latin typeface="DejaVu Sans Mono"/>
                <a:ea typeface="DejaVu Sans Mono"/>
                <a:cs typeface="DejaVu Sans Mono"/>
              </a:defRPr>
            </a:lvl7pPr>
            <a:lvl8pPr algn="l">
              <a:defRPr sz="1800" b="0">
                <a:solidFill>
                  <a:srgbClr val="F8FAF8"/>
                </a:solidFill>
                <a:latin typeface="DejaVu Sans Mono"/>
                <a:ea typeface="DejaVu Sans Mono"/>
                <a:cs typeface="DejaVu Sans Mono"/>
              </a:defRPr>
            </a:lvl8pPr>
            <a:lvl9pPr algn="l">
              <a:defRPr sz="1800" b="0">
                <a:solidFill>
                  <a:srgbClr val="F8FAF8"/>
                </a:solidFill>
                <a:latin typeface="DejaVu Sans Mono"/>
                <a:ea typeface="DejaVu Sans Mono"/>
                <a:cs typeface="DejaVu Sans Mono"/>
              </a:defRPr>
            </a:lvl9pPr>
          </a:lstStyle>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best = zero rank for every source</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heap = sorted source entries</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heapify(heap)</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previous = {}; terminal = None</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while heap:</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rank, serial, u = heappop(heap)</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if terminal and rank.cost &gt; terminal.cost: break</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if rank != best[u]: continue</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if u is a target:</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compare terminal by cost and priorities</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continue</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for arc in adjacency[u]:</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candidate = extend(rank, arc)</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if candidate improves best[arc.target]:</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best[arc.target] = candidate</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previous[arc.target] = arc</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      heappush(heap, candidate entry)</a:t>
            </a:r>
          </a:p>
          <a:p xmlns:a="http://schemas.openxmlformats.org/drawingml/2006/main">
            <a:pPr algn="l">
              <a:defRPr sz="1800" b="0">
                <a:solidFill>
                  <a:srgbClr val="F8FAF8"/>
                </a:solidFill>
                <a:latin typeface="DejaVu Sans Mono"/>
                <a:ea typeface="DejaVu Sans Mono"/>
                <a:cs typeface="DejaVu Sans Mono"/>
              </a:defRPr>
            </a:pPr>
            <a:r>
              <a:rPr sz="1800" b="0">
                <a:solidFill>
                  <a:srgbClr val="F8FAF8"/>
                </a:solidFill>
                <a:latin typeface="DejaVu Sans Mono"/>
                <a:ea typeface="DejaVu Sans Mono"/>
                <a:cs typeface="DejaVu Sans Mono"/>
              </a:rPr>
              <a:t>return reconstructed terminal, or no route</a:t>
            </a:r>
          </a:p>
        </p:txBody>
      </p:sp>
      <p:sp>
        <p:nvSpPr>
          <p:cNvPr id="4" name="text-3">
            <a:extLst xmlns:a="http://schemas.openxmlformats.org/drawingml/2006/main">
              <a:ext uri="{FF2B5EF4-FFF2-40B4-BE49-F238E27FC236}">
                <a16:creationId xmlns:a16="http://schemas.microsoft.com/office/drawing/2014/main" id="{4A5155AE-15CB-41D5-8E84-60B899BEDC46}"/>
              </a:ext>
            </a:extLst>
          </p:cNvPr>
          <p:cNvSpPr>
            <a:spLocks xmlns:a="http://schemas.openxmlformats.org/drawingml/2006/main" noGrp="1"/>
          </p:cNvSpPr>
          <p:nvPr/>
        </p:nvSpPr>
        <p:spPr>
          <a:xfrm xmlns:a="http://schemas.openxmlformats.org/drawingml/2006/main">
            <a:off x="9601200" y="1638300"/>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8BD2D4"/>
                </a:solidFill>
                <a:latin typeface="DejaVu Sans"/>
                <a:ea typeface="DejaVu Sans"/>
                <a:cs typeface="DejaVu Sans"/>
              </a:defRPr>
            </a:defPPr>
            <a:lvl1pPr algn="l">
              <a:defRPr sz="2175" b="1">
                <a:solidFill>
                  <a:srgbClr val="8BD2D4"/>
                </a:solidFill>
                <a:latin typeface="DejaVu Sans"/>
                <a:ea typeface="DejaVu Sans"/>
                <a:cs typeface="DejaVu Sans"/>
              </a:defRPr>
            </a:lvl1pPr>
            <a:lvl2pPr algn="l">
              <a:defRPr sz="2175" b="1">
                <a:solidFill>
                  <a:srgbClr val="8BD2D4"/>
                </a:solidFill>
                <a:latin typeface="DejaVu Sans"/>
                <a:ea typeface="DejaVu Sans"/>
                <a:cs typeface="DejaVu Sans"/>
              </a:defRPr>
            </a:lvl2pPr>
            <a:lvl3pPr algn="l">
              <a:defRPr sz="2175" b="1">
                <a:solidFill>
                  <a:srgbClr val="8BD2D4"/>
                </a:solidFill>
                <a:latin typeface="DejaVu Sans"/>
                <a:ea typeface="DejaVu Sans"/>
                <a:cs typeface="DejaVu Sans"/>
              </a:defRPr>
            </a:lvl3pPr>
            <a:lvl4pPr algn="l">
              <a:defRPr sz="2175" b="1">
                <a:solidFill>
                  <a:srgbClr val="8BD2D4"/>
                </a:solidFill>
                <a:latin typeface="DejaVu Sans"/>
                <a:ea typeface="DejaVu Sans"/>
                <a:cs typeface="DejaVu Sans"/>
              </a:defRPr>
            </a:lvl4pPr>
            <a:lvl5pPr algn="l">
              <a:defRPr sz="2175" b="1">
                <a:solidFill>
                  <a:srgbClr val="8BD2D4"/>
                </a:solidFill>
                <a:latin typeface="DejaVu Sans"/>
                <a:ea typeface="DejaVu Sans"/>
                <a:cs typeface="DejaVu Sans"/>
              </a:defRPr>
            </a:lvl5pPr>
            <a:lvl6pPr algn="l">
              <a:defRPr sz="2175" b="1">
                <a:solidFill>
                  <a:srgbClr val="8BD2D4"/>
                </a:solidFill>
                <a:latin typeface="DejaVu Sans"/>
                <a:ea typeface="DejaVu Sans"/>
                <a:cs typeface="DejaVu Sans"/>
              </a:defRPr>
            </a:lvl6pPr>
            <a:lvl7pPr algn="l">
              <a:defRPr sz="2175" b="1">
                <a:solidFill>
                  <a:srgbClr val="8BD2D4"/>
                </a:solidFill>
                <a:latin typeface="DejaVu Sans"/>
                <a:ea typeface="DejaVu Sans"/>
                <a:cs typeface="DejaVu Sans"/>
              </a:defRPr>
            </a:lvl7pPr>
            <a:lvl8pPr algn="l">
              <a:defRPr sz="2175" b="1">
                <a:solidFill>
                  <a:srgbClr val="8BD2D4"/>
                </a:solidFill>
                <a:latin typeface="DejaVu Sans"/>
                <a:ea typeface="DejaVu Sans"/>
                <a:cs typeface="DejaVu Sans"/>
              </a:defRPr>
            </a:lvl8pPr>
            <a:lvl9pPr algn="l">
              <a:defRPr sz="2175" b="1">
                <a:solidFill>
                  <a:srgbClr val="8BD2D4"/>
                </a:solidFill>
                <a:latin typeface="DejaVu Sans"/>
                <a:ea typeface="DejaVu Sans"/>
                <a:cs typeface="DejaVu Sans"/>
              </a:defRPr>
            </a:lvl9pPr>
          </a:lstStyle>
          <a:p xmlns:a="http://schemas.openxmlformats.org/drawingml/2006/main">
            <a:pPr algn="l">
              <a:defRPr sz="2175" b="1">
                <a:solidFill>
                  <a:srgbClr val="8BD2D4"/>
                </a:solidFill>
                <a:latin typeface="DejaVu Sans"/>
                <a:ea typeface="DejaVu Sans"/>
                <a:cs typeface="DejaVu Sans"/>
              </a:defRPr>
            </a:pPr>
            <a:r>
              <a:rPr sz="2175" b="1">
                <a:solidFill>
                  <a:srgbClr val="8BD2D4"/>
                </a:solidFill>
                <a:latin typeface="DejaVu Sans"/>
                <a:ea typeface="DejaVu Sans"/>
                <a:cs typeface="DejaVu Sans"/>
              </a:rPr>
              <a:t>Relaxation rule</a:t>
            </a:r>
          </a:p>
        </p:txBody>
      </p:sp>
      <p:sp>
        <p:nvSpPr>
          <p:cNvPr id="5" name="text-4">
            <a:extLst xmlns:a="http://schemas.openxmlformats.org/drawingml/2006/main">
              <a:ext uri="{FF2B5EF4-FFF2-40B4-BE49-F238E27FC236}">
                <a16:creationId xmlns:a16="http://schemas.microsoft.com/office/drawing/2014/main" id="{741AB5FB-294F-432C-BE9B-013FAA46C6AC}"/>
              </a:ext>
            </a:extLst>
          </p:cNvPr>
          <p:cNvSpPr>
            <a:spLocks xmlns:a="http://schemas.openxmlformats.org/drawingml/2006/main" noGrp="1"/>
          </p:cNvSpPr>
          <p:nvPr/>
        </p:nvSpPr>
        <p:spPr>
          <a:xfrm xmlns:a="http://schemas.openxmlformats.org/drawingml/2006/main">
            <a:off x="9620250" y="2133600"/>
            <a:ext cx="33337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8FAF8"/>
                </a:solidFill>
                <a:latin typeface="DejaVu Sans Mono"/>
                <a:ea typeface="DejaVu Sans Mono"/>
                <a:cs typeface="DejaVu Sans Mono"/>
              </a:defRPr>
            </a:defPPr>
            <a:lvl1pPr algn="l">
              <a:defRPr sz="1875" b="0">
                <a:solidFill>
                  <a:srgbClr val="F8FAF8"/>
                </a:solidFill>
                <a:latin typeface="DejaVu Sans Mono"/>
                <a:ea typeface="DejaVu Sans Mono"/>
                <a:cs typeface="DejaVu Sans Mono"/>
              </a:defRPr>
            </a:lvl1pPr>
            <a:lvl2pPr algn="l">
              <a:defRPr sz="1875" b="0">
                <a:solidFill>
                  <a:srgbClr val="F8FAF8"/>
                </a:solidFill>
                <a:latin typeface="DejaVu Sans Mono"/>
                <a:ea typeface="DejaVu Sans Mono"/>
                <a:cs typeface="DejaVu Sans Mono"/>
              </a:defRPr>
            </a:lvl2pPr>
            <a:lvl3pPr algn="l">
              <a:defRPr sz="1875" b="0">
                <a:solidFill>
                  <a:srgbClr val="F8FAF8"/>
                </a:solidFill>
                <a:latin typeface="DejaVu Sans Mono"/>
                <a:ea typeface="DejaVu Sans Mono"/>
                <a:cs typeface="DejaVu Sans Mono"/>
              </a:defRPr>
            </a:lvl3pPr>
            <a:lvl4pPr algn="l">
              <a:defRPr sz="1875" b="0">
                <a:solidFill>
                  <a:srgbClr val="F8FAF8"/>
                </a:solidFill>
                <a:latin typeface="DejaVu Sans Mono"/>
                <a:ea typeface="DejaVu Sans Mono"/>
                <a:cs typeface="DejaVu Sans Mono"/>
              </a:defRPr>
            </a:lvl4pPr>
            <a:lvl5pPr algn="l">
              <a:defRPr sz="1875" b="0">
                <a:solidFill>
                  <a:srgbClr val="F8FAF8"/>
                </a:solidFill>
                <a:latin typeface="DejaVu Sans Mono"/>
                <a:ea typeface="DejaVu Sans Mono"/>
                <a:cs typeface="DejaVu Sans Mono"/>
              </a:defRPr>
            </a:lvl5pPr>
            <a:lvl6pPr algn="l">
              <a:defRPr sz="1875" b="0">
                <a:solidFill>
                  <a:srgbClr val="F8FAF8"/>
                </a:solidFill>
                <a:latin typeface="DejaVu Sans Mono"/>
                <a:ea typeface="DejaVu Sans Mono"/>
                <a:cs typeface="DejaVu Sans Mono"/>
              </a:defRPr>
            </a:lvl6pPr>
            <a:lvl7pPr algn="l">
              <a:defRPr sz="1875" b="0">
                <a:solidFill>
                  <a:srgbClr val="F8FAF8"/>
                </a:solidFill>
                <a:latin typeface="DejaVu Sans Mono"/>
                <a:ea typeface="DejaVu Sans Mono"/>
                <a:cs typeface="DejaVu Sans Mono"/>
              </a:defRPr>
            </a:lvl7pPr>
            <a:lvl8pPr algn="l">
              <a:defRPr sz="1875" b="0">
                <a:solidFill>
                  <a:srgbClr val="F8FAF8"/>
                </a:solidFill>
                <a:latin typeface="DejaVu Sans Mono"/>
                <a:ea typeface="DejaVu Sans Mono"/>
                <a:cs typeface="DejaVu Sans Mono"/>
              </a:defRPr>
            </a:lvl8pPr>
            <a:lvl9pPr algn="l">
              <a:defRPr sz="1875" b="0">
                <a:solidFill>
                  <a:srgbClr val="F8FAF8"/>
                </a:solidFill>
                <a:latin typeface="DejaVu Sans Mono"/>
                <a:ea typeface="DejaVu Sans Mono"/>
                <a:cs typeface="DejaVu Sans Mono"/>
              </a:defRPr>
            </a:lvl9pPr>
          </a:lstStyle>
          <a:p xmlns:a="http://schemas.openxmlformats.org/drawingml/2006/main">
            <a:pPr algn="l">
              <a:defRPr sz="1875" b="0">
                <a:solidFill>
                  <a:srgbClr val="F8FAF8"/>
                </a:solidFill>
                <a:latin typeface="DejaVu Sans Mono"/>
                <a:ea typeface="DejaVu Sans Mono"/>
                <a:cs typeface="DejaVu Sans Mono"/>
              </a:defRPr>
            </a:pPr>
            <a:r>
              <a:rPr sz="1875" b="0">
                <a:solidFill>
                  <a:srgbClr val="F8FAF8"/>
                </a:solidFill>
                <a:latin typeface="DejaVu Sans Mono"/>
                <a:ea typeface="DejaVu Sans Mono"/>
                <a:cs typeface="DejaVu Sans Mono"/>
              </a:rPr>
              <a:t>d[v] = min(</a:t>
            </a:r>
          </a:p>
          <a:p xmlns:a="http://schemas.openxmlformats.org/drawingml/2006/main">
            <a:pPr algn="l">
              <a:defRPr sz="1875" b="0">
                <a:solidFill>
                  <a:srgbClr val="F8FAF8"/>
                </a:solidFill>
                <a:latin typeface="DejaVu Sans Mono"/>
                <a:ea typeface="DejaVu Sans Mono"/>
                <a:cs typeface="DejaVu Sans Mono"/>
              </a:defRPr>
            </a:pPr>
            <a:r>
              <a:rPr sz="1875" b="0">
                <a:solidFill>
                  <a:srgbClr val="F8FAF8"/>
                </a:solidFill>
                <a:latin typeface="DejaVu Sans Mono"/>
                <a:ea typeface="DejaVu Sans Mono"/>
                <a:cs typeface="DejaVu Sans Mono"/>
              </a:rPr>
              <a:t>  d[v],</a:t>
            </a:r>
          </a:p>
          <a:p xmlns:a="http://schemas.openxmlformats.org/drawingml/2006/main">
            <a:pPr algn="l">
              <a:defRPr sz="1875" b="0">
                <a:solidFill>
                  <a:srgbClr val="F8FAF8"/>
                </a:solidFill>
                <a:latin typeface="DejaVu Sans Mono"/>
                <a:ea typeface="DejaVu Sans Mono"/>
                <a:cs typeface="DejaVu Sans Mono"/>
              </a:defRPr>
            </a:pPr>
            <a:r>
              <a:rPr sz="1875" b="0">
                <a:solidFill>
                  <a:srgbClr val="F8FAF8"/>
                </a:solidFill>
                <a:latin typeface="DejaVu Sans Mono"/>
                <a:ea typeface="DejaVu Sans Mono"/>
                <a:cs typeface="DejaVu Sans Mono"/>
              </a:rPr>
              <a:t>  d[u] + w(u,v)</a:t>
            </a:r>
          </a:p>
          <a:p xmlns:a="http://schemas.openxmlformats.org/drawingml/2006/main">
            <a:pPr algn="l">
              <a:defRPr sz="1875" b="0">
                <a:solidFill>
                  <a:srgbClr val="F8FAF8"/>
                </a:solidFill>
                <a:latin typeface="DejaVu Sans Mono"/>
                <a:ea typeface="DejaVu Sans Mono"/>
                <a:cs typeface="DejaVu Sans Mono"/>
              </a:defRPr>
            </a:pPr>
            <a:r>
              <a:rPr sz="1875" b="0">
                <a:solidFill>
                  <a:srgbClr val="F8FAF8"/>
                </a:solidFill>
                <a:latin typeface="DejaVu Sans Mono"/>
                <a:ea typeface="DejaVu Sans Mono"/>
                <a:cs typeface="DejaVu Sans Mono"/>
              </a:rPr>
              <a:t>)</a:t>
            </a:r>
          </a:p>
        </p:txBody>
      </p:sp>
      <p:sp>
        <p:nvSpPr>
          <p:cNvPr id="6" name="text-5">
            <a:extLst xmlns:a="http://schemas.openxmlformats.org/drawingml/2006/main">
              <a:ext uri="{FF2B5EF4-FFF2-40B4-BE49-F238E27FC236}">
                <a16:creationId xmlns:a16="http://schemas.microsoft.com/office/drawing/2014/main" id="{67FB0BC5-9D48-4885-96C2-2F3FD6F2B71F}"/>
              </a:ext>
            </a:extLst>
          </p:cNvPr>
          <p:cNvSpPr>
            <a:spLocks xmlns:a="http://schemas.openxmlformats.org/drawingml/2006/main" noGrp="1"/>
          </p:cNvSpPr>
          <p:nvPr/>
        </p:nvSpPr>
        <p:spPr>
          <a:xfrm xmlns:a="http://schemas.openxmlformats.org/drawingml/2006/main">
            <a:off x="9601200" y="4048125"/>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8BD2D4"/>
                </a:solidFill>
                <a:latin typeface="DejaVu Sans"/>
                <a:ea typeface="DejaVu Sans"/>
                <a:cs typeface="DejaVu Sans"/>
              </a:defRPr>
            </a:defPPr>
            <a:lvl1pPr algn="l">
              <a:defRPr sz="2175" b="1">
                <a:solidFill>
                  <a:srgbClr val="8BD2D4"/>
                </a:solidFill>
                <a:latin typeface="DejaVu Sans"/>
                <a:ea typeface="DejaVu Sans"/>
                <a:cs typeface="DejaVu Sans"/>
              </a:defRPr>
            </a:lvl1pPr>
            <a:lvl2pPr algn="l">
              <a:defRPr sz="2175" b="1">
                <a:solidFill>
                  <a:srgbClr val="8BD2D4"/>
                </a:solidFill>
                <a:latin typeface="DejaVu Sans"/>
                <a:ea typeface="DejaVu Sans"/>
                <a:cs typeface="DejaVu Sans"/>
              </a:defRPr>
            </a:lvl2pPr>
            <a:lvl3pPr algn="l">
              <a:defRPr sz="2175" b="1">
                <a:solidFill>
                  <a:srgbClr val="8BD2D4"/>
                </a:solidFill>
                <a:latin typeface="DejaVu Sans"/>
                <a:ea typeface="DejaVu Sans"/>
                <a:cs typeface="DejaVu Sans"/>
              </a:defRPr>
            </a:lvl3pPr>
            <a:lvl4pPr algn="l">
              <a:defRPr sz="2175" b="1">
                <a:solidFill>
                  <a:srgbClr val="8BD2D4"/>
                </a:solidFill>
                <a:latin typeface="DejaVu Sans"/>
                <a:ea typeface="DejaVu Sans"/>
                <a:cs typeface="DejaVu Sans"/>
              </a:defRPr>
            </a:lvl4pPr>
            <a:lvl5pPr algn="l">
              <a:defRPr sz="2175" b="1">
                <a:solidFill>
                  <a:srgbClr val="8BD2D4"/>
                </a:solidFill>
                <a:latin typeface="DejaVu Sans"/>
                <a:ea typeface="DejaVu Sans"/>
                <a:cs typeface="DejaVu Sans"/>
              </a:defRPr>
            </a:lvl5pPr>
            <a:lvl6pPr algn="l">
              <a:defRPr sz="2175" b="1">
                <a:solidFill>
                  <a:srgbClr val="8BD2D4"/>
                </a:solidFill>
                <a:latin typeface="DejaVu Sans"/>
                <a:ea typeface="DejaVu Sans"/>
                <a:cs typeface="DejaVu Sans"/>
              </a:defRPr>
            </a:lvl6pPr>
            <a:lvl7pPr algn="l">
              <a:defRPr sz="2175" b="1">
                <a:solidFill>
                  <a:srgbClr val="8BD2D4"/>
                </a:solidFill>
                <a:latin typeface="DejaVu Sans"/>
                <a:ea typeface="DejaVu Sans"/>
                <a:cs typeface="DejaVu Sans"/>
              </a:defRPr>
            </a:lvl7pPr>
            <a:lvl8pPr algn="l">
              <a:defRPr sz="2175" b="1">
                <a:solidFill>
                  <a:srgbClr val="8BD2D4"/>
                </a:solidFill>
                <a:latin typeface="DejaVu Sans"/>
                <a:ea typeface="DejaVu Sans"/>
                <a:cs typeface="DejaVu Sans"/>
              </a:defRPr>
            </a:lvl8pPr>
            <a:lvl9pPr algn="l">
              <a:defRPr sz="2175" b="1">
                <a:solidFill>
                  <a:srgbClr val="8BD2D4"/>
                </a:solidFill>
                <a:latin typeface="DejaVu Sans"/>
                <a:ea typeface="DejaVu Sans"/>
                <a:cs typeface="DejaVu Sans"/>
              </a:defRPr>
            </a:lvl9pPr>
          </a:lstStyle>
          <a:p xmlns:a="http://schemas.openxmlformats.org/drawingml/2006/main">
            <a:pPr algn="l">
              <a:defRPr sz="2175" b="1">
                <a:solidFill>
                  <a:srgbClr val="8BD2D4"/>
                </a:solidFill>
                <a:latin typeface="DejaVu Sans"/>
                <a:ea typeface="DejaVu Sans"/>
                <a:cs typeface="DejaVu Sans"/>
              </a:defRPr>
            </a:pPr>
            <a:r>
              <a:rPr sz="2175" b="1">
                <a:solidFill>
                  <a:srgbClr val="8BD2D4"/>
                </a:solidFill>
                <a:latin typeface="DejaVu Sans"/>
                <a:ea typeface="DejaVu Sans"/>
                <a:cs typeface="DejaVu Sans"/>
              </a:rPr>
              <a:t>Correctness invariant</a:t>
            </a:r>
          </a:p>
        </p:txBody>
      </p:sp>
      <p:sp>
        <p:nvSpPr>
          <p:cNvPr id="7" name="text-6">
            <a:extLst xmlns:a="http://schemas.openxmlformats.org/drawingml/2006/main">
              <a:ext uri="{FF2B5EF4-FFF2-40B4-BE49-F238E27FC236}">
                <a16:creationId xmlns:a16="http://schemas.microsoft.com/office/drawing/2014/main" id="{8325F2AB-20EB-4718-AFD4-ACDC770D8D3A}"/>
              </a:ext>
            </a:extLst>
          </p:cNvPr>
          <p:cNvSpPr>
            <a:spLocks xmlns:a="http://schemas.openxmlformats.org/drawingml/2006/main" noGrp="1"/>
          </p:cNvSpPr>
          <p:nvPr/>
        </p:nvSpPr>
        <p:spPr>
          <a:xfrm xmlns:a="http://schemas.openxmlformats.org/drawingml/2006/main">
            <a:off x="9620250" y="4600575"/>
            <a:ext cx="3333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8FAF8"/>
                </a:solidFill>
                <a:latin typeface="DejaVu Sans"/>
                <a:ea typeface="DejaVu Sans"/>
                <a:cs typeface="DejaVu Sans"/>
              </a:defRPr>
            </a:defPPr>
            <a:lvl1pPr algn="l">
              <a:defRPr sz="1875" b="0">
                <a:solidFill>
                  <a:srgbClr val="F8FAF8"/>
                </a:solidFill>
                <a:latin typeface="DejaVu Sans"/>
                <a:ea typeface="DejaVu Sans"/>
                <a:cs typeface="DejaVu Sans"/>
              </a:defRPr>
            </a:lvl1pPr>
            <a:lvl2pPr algn="l">
              <a:defRPr sz="1875" b="0">
                <a:solidFill>
                  <a:srgbClr val="F8FAF8"/>
                </a:solidFill>
                <a:latin typeface="DejaVu Sans"/>
                <a:ea typeface="DejaVu Sans"/>
                <a:cs typeface="DejaVu Sans"/>
              </a:defRPr>
            </a:lvl2pPr>
            <a:lvl3pPr algn="l">
              <a:defRPr sz="1875" b="0">
                <a:solidFill>
                  <a:srgbClr val="F8FAF8"/>
                </a:solidFill>
                <a:latin typeface="DejaVu Sans"/>
                <a:ea typeface="DejaVu Sans"/>
                <a:cs typeface="DejaVu Sans"/>
              </a:defRPr>
            </a:lvl3pPr>
            <a:lvl4pPr algn="l">
              <a:defRPr sz="1875" b="0">
                <a:solidFill>
                  <a:srgbClr val="F8FAF8"/>
                </a:solidFill>
                <a:latin typeface="DejaVu Sans"/>
                <a:ea typeface="DejaVu Sans"/>
                <a:cs typeface="DejaVu Sans"/>
              </a:defRPr>
            </a:lvl4pPr>
            <a:lvl5pPr algn="l">
              <a:defRPr sz="1875" b="0">
                <a:solidFill>
                  <a:srgbClr val="F8FAF8"/>
                </a:solidFill>
                <a:latin typeface="DejaVu Sans"/>
                <a:ea typeface="DejaVu Sans"/>
                <a:cs typeface="DejaVu Sans"/>
              </a:defRPr>
            </a:lvl5pPr>
            <a:lvl6pPr algn="l">
              <a:defRPr sz="1875" b="0">
                <a:solidFill>
                  <a:srgbClr val="F8FAF8"/>
                </a:solidFill>
                <a:latin typeface="DejaVu Sans"/>
                <a:ea typeface="DejaVu Sans"/>
                <a:cs typeface="DejaVu Sans"/>
              </a:defRPr>
            </a:lvl6pPr>
            <a:lvl7pPr algn="l">
              <a:defRPr sz="1875" b="0">
                <a:solidFill>
                  <a:srgbClr val="F8FAF8"/>
                </a:solidFill>
                <a:latin typeface="DejaVu Sans"/>
                <a:ea typeface="DejaVu Sans"/>
                <a:cs typeface="DejaVu Sans"/>
              </a:defRPr>
            </a:lvl7pPr>
            <a:lvl8pPr algn="l">
              <a:defRPr sz="1875" b="0">
                <a:solidFill>
                  <a:srgbClr val="F8FAF8"/>
                </a:solidFill>
                <a:latin typeface="DejaVu Sans"/>
                <a:ea typeface="DejaVu Sans"/>
                <a:cs typeface="DejaVu Sans"/>
              </a:defRPr>
            </a:lvl8pPr>
            <a:lvl9pPr algn="l">
              <a:defRPr sz="1875" b="0">
                <a:solidFill>
                  <a:srgbClr val="F8FAF8"/>
                </a:solidFill>
                <a:latin typeface="DejaVu Sans"/>
                <a:ea typeface="DejaVu Sans"/>
                <a:cs typeface="DejaVu Sans"/>
              </a:defRPr>
            </a:lvl9pPr>
          </a:lstStyle>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Positive costs make every path extension non-decreasing. A current minimum frontier entry cannot hide a cheaper path through a more expensive prefix.</a:t>
            </a:r>
          </a:p>
        </p:txBody>
      </p:sp>
      <p:sp>
        <p:nvSpPr>
          <p:cNvPr id="8" name="text-7">
            <a:extLst xmlns:a="http://schemas.openxmlformats.org/drawingml/2006/main">
              <a:ext uri="{FF2B5EF4-FFF2-40B4-BE49-F238E27FC236}">
                <a16:creationId xmlns:a16="http://schemas.microsoft.com/office/drawing/2014/main" id="{5993A196-7269-44F4-A204-D017FF1510A5}"/>
              </a:ext>
            </a:extLst>
          </p:cNvPr>
          <p:cNvSpPr>
            <a:spLocks xmlns:a="http://schemas.openxmlformats.org/drawingml/2006/main" noGrp="1"/>
          </p:cNvSpPr>
          <p:nvPr/>
        </p:nvSpPr>
        <p:spPr>
          <a:xfrm xmlns:a="http://schemas.openxmlformats.org/drawingml/2006/main">
            <a:off x="723900" y="7038975"/>
            <a:ext cx="1181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BD2D4"/>
                </a:solidFill>
                <a:latin typeface="DejaVu Sans"/>
                <a:ea typeface="DejaVu Sans"/>
                <a:cs typeface="DejaVu Sans"/>
              </a:defRPr>
            </a:defPPr>
            <a:lvl1pPr algn="l">
              <a:defRPr sz="1350" b="0">
                <a:solidFill>
                  <a:srgbClr val="8BD2D4"/>
                </a:solidFill>
                <a:latin typeface="DejaVu Sans"/>
                <a:ea typeface="DejaVu Sans"/>
                <a:cs typeface="DejaVu Sans"/>
              </a:defRPr>
            </a:lvl1pPr>
            <a:lvl2pPr algn="l">
              <a:defRPr sz="1350" b="0">
                <a:solidFill>
                  <a:srgbClr val="8BD2D4"/>
                </a:solidFill>
                <a:latin typeface="DejaVu Sans"/>
                <a:ea typeface="DejaVu Sans"/>
                <a:cs typeface="DejaVu Sans"/>
              </a:defRPr>
            </a:lvl2pPr>
            <a:lvl3pPr algn="l">
              <a:defRPr sz="1350" b="0">
                <a:solidFill>
                  <a:srgbClr val="8BD2D4"/>
                </a:solidFill>
                <a:latin typeface="DejaVu Sans"/>
                <a:ea typeface="DejaVu Sans"/>
                <a:cs typeface="DejaVu Sans"/>
              </a:defRPr>
            </a:lvl3pPr>
            <a:lvl4pPr algn="l">
              <a:defRPr sz="1350" b="0">
                <a:solidFill>
                  <a:srgbClr val="8BD2D4"/>
                </a:solidFill>
                <a:latin typeface="DejaVu Sans"/>
                <a:ea typeface="DejaVu Sans"/>
                <a:cs typeface="DejaVu Sans"/>
              </a:defRPr>
            </a:lvl4pPr>
            <a:lvl5pPr algn="l">
              <a:defRPr sz="1350" b="0">
                <a:solidFill>
                  <a:srgbClr val="8BD2D4"/>
                </a:solidFill>
                <a:latin typeface="DejaVu Sans"/>
                <a:ea typeface="DejaVu Sans"/>
                <a:cs typeface="DejaVu Sans"/>
              </a:defRPr>
            </a:lvl5pPr>
            <a:lvl6pPr algn="l">
              <a:defRPr sz="1350" b="0">
                <a:solidFill>
                  <a:srgbClr val="8BD2D4"/>
                </a:solidFill>
                <a:latin typeface="DejaVu Sans"/>
                <a:ea typeface="DejaVu Sans"/>
                <a:cs typeface="DejaVu Sans"/>
              </a:defRPr>
            </a:lvl6pPr>
            <a:lvl7pPr algn="l">
              <a:defRPr sz="1350" b="0">
                <a:solidFill>
                  <a:srgbClr val="8BD2D4"/>
                </a:solidFill>
                <a:latin typeface="DejaVu Sans"/>
                <a:ea typeface="DejaVu Sans"/>
                <a:cs typeface="DejaVu Sans"/>
              </a:defRPr>
            </a:lvl7pPr>
            <a:lvl8pPr algn="l">
              <a:defRPr sz="1350" b="0">
                <a:solidFill>
                  <a:srgbClr val="8BD2D4"/>
                </a:solidFill>
                <a:latin typeface="DejaVu Sans"/>
                <a:ea typeface="DejaVu Sans"/>
                <a:cs typeface="DejaVu Sans"/>
              </a:defRPr>
            </a:lvl8pPr>
            <a:lvl9pPr algn="l">
              <a:defRPr sz="1350" b="0">
                <a:solidFill>
                  <a:srgbClr val="8BD2D4"/>
                </a:solidFill>
                <a:latin typeface="DejaVu Sans"/>
                <a:ea typeface="DejaVu Sans"/>
                <a:cs typeface="DejaVu Sans"/>
              </a:defRPr>
            </a:lvl9pPr>
          </a:lstStyle>
          <a:p xmlns:a="http://schemas.openxmlformats.org/drawingml/2006/main">
            <a:pPr algn="l">
              <a:defRPr sz="1350" b="0">
                <a:solidFill>
                  <a:srgbClr val="8BD2D4"/>
                </a:solidFill>
                <a:latin typeface="DejaVu Sans"/>
                <a:ea typeface="DejaVu Sans"/>
                <a:cs typeface="DejaVu Sans"/>
              </a:defRPr>
            </a:pPr>
            <a:r>
              <a:rPr sz="1350" b="0">
                <a:solidFill>
                  <a:srgbClr val="8BD2D4"/>
                </a:solidFill>
                <a:latin typeface="DejaVu Sans"/>
                <a:ea typeface="DejaVu Sans"/>
                <a:cs typeface="DejaVu Sans"/>
              </a:rPr>
              <a:t>Python-style summary. The production engine compares full ranks after the primary cost.</a:t>
            </a:r>
          </a:p>
        </p:txBody>
      </p:sp>
    </p:spTree>
    <p:extLst>
      <p:ext uri="{BB962C8B-B14F-4D97-AF65-F5344CB8AC3E}">
        <p14:creationId xmlns:p14="http://schemas.microsoft.com/office/powerpoint/2010/main" val="863780006"/>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EF054B88-B257-4F20-B9B5-5F5DF5914EB2}"/>
              </a:ext>
            </a:extLst>
          </p:cNvPr>
          <p:cNvCxnSpPr>
            <a:stCxn xmlns:a="http://schemas.openxmlformats.org/drawingml/2006/main" id="6" idx="6"/>
            <a:endCxn xmlns:a="http://schemas.openxmlformats.org/drawingml/2006/main" id="7" idx="2"/>
          </p:cNvCxnSpPr>
          <p:nvPr/>
        </p:nvCxnSpPr>
        <p:spPr>
          <a:xfrm xmlns:a="http://schemas.openxmlformats.org/drawingml/2006/main">
            <a:off x="4435793" y="3258027"/>
            <a:ext cx="974883" cy="0"/>
          </a:xfrm>
          <a:prstGeom xmlns:a="http://schemas.openxmlformats.org/drawingml/2006/main" prst="straightConnector1">
            <a:avLst/>
          </a:prstGeom>
          <a:ln xmlns:a="http://schemas.openxmlformats.org/drawingml/2006/main" w="38100">
            <a:solidFill>
              <a:srgbClr val="A05E24"/>
            </a:solidFill>
            <a:prstDash val="solid"/>
            <a:headEnd type="none" w="med" len="med"/>
            <a:tailEnd type="triangle" w="med" len="med"/>
          </a:ln>
        </p:spPr>
      </p:cxnSp>
      <p:cxnSp>
        <p:nvCxnSpPr>
          <p:cNvPr id="16" name="">
            <a:extLst xmlns:a="http://schemas.openxmlformats.org/drawingml/2006/main">
              <a:ext uri="{FF2B5EF4-FFF2-40B4-BE49-F238E27FC236}">
                <a16:creationId xmlns:a16="http://schemas.microsoft.com/office/drawing/2014/main" id="{5BEBC9B7-E04B-4C81-B6D8-90F3A66687FA}"/>
              </a:ext>
            </a:extLst>
          </p:cNvPr>
          <p:cNvCxnSpPr>
            <a:stCxn xmlns:a="http://schemas.openxmlformats.org/drawingml/2006/main" id="5" idx="7"/>
            <a:endCxn xmlns:a="http://schemas.openxmlformats.org/drawingml/2006/main" id="6" idx="3"/>
          </p:cNvCxnSpPr>
          <p:nvPr/>
        </p:nvCxnSpPr>
        <p:spPr>
          <a:xfrm xmlns:a="http://schemas.openxmlformats.org/drawingml/2006/main" flipV="1">
            <a:off x="2750627" y="3437856"/>
            <a:ext cx="1251019" cy="657611"/>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4" name="">
            <a:extLst xmlns:a="http://schemas.openxmlformats.org/drawingml/2006/main">
              <a:ext uri="{FF2B5EF4-FFF2-40B4-BE49-F238E27FC236}">
                <a16:creationId xmlns:a16="http://schemas.microsoft.com/office/drawing/2014/main" id="{F99DD1D5-ABC3-4FFC-BA38-341920FECFA4}"/>
              </a:ext>
            </a:extLst>
          </p:cNvPr>
          <p:cNvCxnSpPr>
            <a:stCxn xmlns:a="http://schemas.openxmlformats.org/drawingml/2006/main" id="4" idx="5"/>
            <a:endCxn xmlns:a="http://schemas.openxmlformats.org/drawingml/2006/main" id="6" idx="1"/>
          </p:cNvCxnSpPr>
          <p:nvPr/>
        </p:nvCxnSpPr>
        <p:spPr>
          <a:xfrm xmlns:a="http://schemas.openxmlformats.org/drawingml/2006/main">
            <a:off x="2750627" y="2462972"/>
            <a:ext cx="1251019" cy="615225"/>
          </a:xfrm>
          <a:prstGeom xmlns:a="http://schemas.openxmlformats.org/drawingml/2006/main" prst="straightConnector1">
            <a:avLst/>
          </a:prstGeom>
          <a:ln xmlns:a="http://schemas.openxmlformats.org/drawingml/2006/main" w="38100">
            <a:solidFill>
              <a:srgbClr val="A05E24"/>
            </a:solidFill>
            <a:prstDash val="solid"/>
            <a:headEnd type="none" w="med" len="med"/>
            <a:tailEnd type="triangle" w="med" len="med"/>
          </a:ln>
        </p:spPr>
      </p:cxnSp>
      <p:cxnSp>
        <p:nvCxnSpPr>
          <p:cNvPr id="12" name="">
            <a:extLst xmlns:a="http://schemas.openxmlformats.org/drawingml/2006/main">
              <a:ext uri="{FF2B5EF4-FFF2-40B4-BE49-F238E27FC236}">
                <a16:creationId xmlns:a16="http://schemas.microsoft.com/office/drawing/2014/main" id="{FD5471CE-E929-4E08-8BDE-35EC0ACC7601}"/>
              </a:ext>
            </a:extLst>
          </p:cNvPr>
          <p:cNvCxnSpPr>
            <a:stCxn xmlns:a="http://schemas.openxmlformats.org/drawingml/2006/main" id="5" idx="0"/>
            <a:endCxn xmlns:a="http://schemas.openxmlformats.org/drawingml/2006/main" id="4" idx="4"/>
          </p:cNvCxnSpPr>
          <p:nvPr/>
        </p:nvCxnSpPr>
        <p:spPr>
          <a:xfrm xmlns:a="http://schemas.openxmlformats.org/drawingml/2006/main" flipV="1">
            <a:off x="2570798" y="2537460"/>
            <a:ext cx="0" cy="1483519"/>
          </a:xfrm>
          <a:prstGeom xmlns:a="http://schemas.openxmlformats.org/drawingml/2006/main" prst="straightConnector1">
            <a:avLst/>
          </a:prstGeom>
          <a:ln xmlns:a="http://schemas.openxmlformats.org/drawingml/2006/main" w="38100">
            <a:solidFill>
              <a:srgbClr val="A05E24"/>
            </a:solidFill>
            <a:prstDash val="solid"/>
            <a:headEnd type="none" w="med" len="med"/>
            <a:tailEnd type="triangle" w="med" len="med"/>
          </a:ln>
        </p:spPr>
      </p:cxnSp>
      <p:cxnSp>
        <p:nvCxnSpPr>
          <p:cNvPr id="10" name="">
            <a:extLst xmlns:a="http://schemas.openxmlformats.org/drawingml/2006/main">
              <a:ext uri="{FF2B5EF4-FFF2-40B4-BE49-F238E27FC236}">
                <a16:creationId xmlns:a16="http://schemas.microsoft.com/office/drawing/2014/main" id="{ADFD2941-3E03-4AEA-A52D-B76603E8D235}"/>
              </a:ext>
            </a:extLst>
          </p:cNvPr>
          <p:cNvCxnSpPr>
            <a:stCxn xmlns:a="http://schemas.openxmlformats.org/drawingml/2006/main" id="3" idx="5"/>
            <a:endCxn xmlns:a="http://schemas.openxmlformats.org/drawingml/2006/main" id="5" idx="1"/>
          </p:cNvCxnSpPr>
          <p:nvPr/>
        </p:nvCxnSpPr>
        <p:spPr>
          <a:xfrm xmlns:a="http://schemas.openxmlformats.org/drawingml/2006/main">
            <a:off x="1224722" y="3437856"/>
            <a:ext cx="1166246" cy="657611"/>
          </a:xfrm>
          <a:prstGeom xmlns:a="http://schemas.openxmlformats.org/drawingml/2006/main" prst="straightConnector1">
            <a:avLst/>
          </a:prstGeom>
          <a:ln xmlns:a="http://schemas.openxmlformats.org/drawingml/2006/main" w="38100">
            <a:solidFill>
              <a:srgbClr val="A05E24"/>
            </a:solidFill>
            <a:prstDash val="solid"/>
            <a:headEnd type="none" w="med" len="med"/>
            <a:tailEnd type="triangle" w="med" len="med"/>
          </a:ln>
        </p:spPr>
      </p:cxnSp>
      <p:cxnSp>
        <p:nvCxnSpPr>
          <p:cNvPr id="8" name="">
            <a:extLst xmlns:a="http://schemas.openxmlformats.org/drawingml/2006/main">
              <a:ext uri="{FF2B5EF4-FFF2-40B4-BE49-F238E27FC236}">
                <a16:creationId xmlns:a16="http://schemas.microsoft.com/office/drawing/2014/main" id="{E5FF7B69-B374-4C39-A60D-7B4B205D9FC7}"/>
              </a:ext>
            </a:extLst>
          </p:cNvPr>
          <p:cNvCxnSpPr>
            <a:stCxn xmlns:a="http://schemas.openxmlformats.org/drawingml/2006/main" id="3" idx="7"/>
            <a:endCxn xmlns:a="http://schemas.openxmlformats.org/drawingml/2006/main" id="4" idx="3"/>
          </p:cNvCxnSpPr>
          <p:nvPr/>
        </p:nvCxnSpPr>
        <p:spPr>
          <a:xfrm xmlns:a="http://schemas.openxmlformats.org/drawingml/2006/main" flipV="1">
            <a:off x="1224722" y="2462972"/>
            <a:ext cx="1166246" cy="615225"/>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sp>
        <p:nvSpPr>
          <p:cNvPr id="26" name="text-0">
            <a:extLst xmlns:a="http://schemas.openxmlformats.org/drawingml/2006/main">
              <a:ext uri="{FF2B5EF4-FFF2-40B4-BE49-F238E27FC236}">
                <a16:creationId xmlns:a16="http://schemas.microsoft.com/office/drawing/2014/main" id="{2FC62CC2-B106-46F6-B10A-17092FFD15CC}"/>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Worked example: state changes during search</a:t>
            </a:r>
          </a:p>
        </p:txBody>
      </p:sp>
      <p:sp>
        <p:nvSpPr>
          <p:cNvPr id="2" name="text-1">
            <a:extLst xmlns:a="http://schemas.openxmlformats.org/drawingml/2006/main">
              <a:ext uri="{FF2B5EF4-FFF2-40B4-BE49-F238E27FC236}">
                <a16:creationId xmlns:a16="http://schemas.microsoft.com/office/drawing/2014/main" id="{1D7CE022-65BA-48F7-949D-7DEDFAAA1CDC}"/>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05</a:t>
            </a:r>
          </a:p>
        </p:txBody>
      </p:sp>
      <p:sp>
        <p:nvSpPr>
          <p:cNvPr id="3" name="graph-A">
            <a:extLst xmlns:a="http://schemas.openxmlformats.org/drawingml/2006/main">
              <a:ext uri="{FF2B5EF4-FFF2-40B4-BE49-F238E27FC236}">
                <a16:creationId xmlns:a16="http://schemas.microsoft.com/office/drawing/2014/main" id="{5BB6498F-C993-4AFE-9501-12E286C9B6C2}"/>
              </a:ext>
            </a:extLst>
          </p:cNvPr>
          <p:cNvSpPr>
            <a:spLocks xmlns:a="http://schemas.openxmlformats.org/drawingml/2006/main" noGrp="1"/>
          </p:cNvSpPr>
          <p:nvPr/>
        </p:nvSpPr>
        <p:spPr>
          <a:xfrm xmlns:a="http://schemas.openxmlformats.org/drawingml/2006/main">
            <a:off x="790575" y="3003709"/>
            <a:ext cx="508635" cy="508635"/>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002" b="1">
                <a:solidFill>
                  <a:srgbClr val="122D3B"/>
                </a:solidFill>
                <a:latin typeface="DejaVu Sans"/>
                <a:ea typeface="DejaVu Sans"/>
                <a:cs typeface="DejaVu Sans"/>
              </a:defRPr>
            </a:defPPr>
            <a:lvl1pPr algn="ctr">
              <a:defRPr sz="2002" b="1">
                <a:solidFill>
                  <a:srgbClr val="122D3B"/>
                </a:solidFill>
                <a:latin typeface="DejaVu Sans"/>
                <a:ea typeface="DejaVu Sans"/>
                <a:cs typeface="DejaVu Sans"/>
              </a:defRPr>
            </a:lvl1pPr>
            <a:lvl2pPr algn="ctr">
              <a:defRPr sz="2002" b="1">
                <a:solidFill>
                  <a:srgbClr val="122D3B"/>
                </a:solidFill>
                <a:latin typeface="DejaVu Sans"/>
                <a:ea typeface="DejaVu Sans"/>
                <a:cs typeface="DejaVu Sans"/>
              </a:defRPr>
            </a:lvl2pPr>
            <a:lvl3pPr algn="ctr">
              <a:defRPr sz="2002" b="1">
                <a:solidFill>
                  <a:srgbClr val="122D3B"/>
                </a:solidFill>
                <a:latin typeface="DejaVu Sans"/>
                <a:ea typeface="DejaVu Sans"/>
                <a:cs typeface="DejaVu Sans"/>
              </a:defRPr>
            </a:lvl3pPr>
            <a:lvl4pPr algn="ctr">
              <a:defRPr sz="2002" b="1">
                <a:solidFill>
                  <a:srgbClr val="122D3B"/>
                </a:solidFill>
                <a:latin typeface="DejaVu Sans"/>
                <a:ea typeface="DejaVu Sans"/>
                <a:cs typeface="DejaVu Sans"/>
              </a:defRPr>
            </a:lvl4pPr>
            <a:lvl5pPr algn="ctr">
              <a:defRPr sz="2002" b="1">
                <a:solidFill>
                  <a:srgbClr val="122D3B"/>
                </a:solidFill>
                <a:latin typeface="DejaVu Sans"/>
                <a:ea typeface="DejaVu Sans"/>
                <a:cs typeface="DejaVu Sans"/>
              </a:defRPr>
            </a:lvl5pPr>
            <a:lvl6pPr algn="ctr">
              <a:defRPr sz="2002" b="1">
                <a:solidFill>
                  <a:srgbClr val="122D3B"/>
                </a:solidFill>
                <a:latin typeface="DejaVu Sans"/>
                <a:ea typeface="DejaVu Sans"/>
                <a:cs typeface="DejaVu Sans"/>
              </a:defRPr>
            </a:lvl6pPr>
            <a:lvl7pPr algn="ctr">
              <a:defRPr sz="2002" b="1">
                <a:solidFill>
                  <a:srgbClr val="122D3B"/>
                </a:solidFill>
                <a:latin typeface="DejaVu Sans"/>
                <a:ea typeface="DejaVu Sans"/>
                <a:cs typeface="DejaVu Sans"/>
              </a:defRPr>
            </a:lvl7pPr>
            <a:lvl8pPr algn="ctr">
              <a:defRPr sz="2002" b="1">
                <a:solidFill>
                  <a:srgbClr val="122D3B"/>
                </a:solidFill>
                <a:latin typeface="DejaVu Sans"/>
                <a:ea typeface="DejaVu Sans"/>
                <a:cs typeface="DejaVu Sans"/>
              </a:defRPr>
            </a:lvl8pPr>
            <a:lvl9pPr algn="ctr">
              <a:defRPr sz="2002" b="1">
                <a:solidFill>
                  <a:srgbClr val="122D3B"/>
                </a:solidFill>
                <a:latin typeface="DejaVu Sans"/>
                <a:ea typeface="DejaVu Sans"/>
                <a:cs typeface="DejaVu Sans"/>
              </a:defRPr>
            </a:lvl9pPr>
          </a:lstStyle>
          <a:p xmlns:a="http://schemas.openxmlformats.org/drawingml/2006/main">
            <a:pPr algn="ctr">
              <a:defRPr sz="2002" b="1">
                <a:solidFill>
                  <a:srgbClr val="122D3B"/>
                </a:solidFill>
                <a:latin typeface="DejaVu Sans"/>
                <a:ea typeface="DejaVu Sans"/>
                <a:cs typeface="DejaVu Sans"/>
              </a:defRPr>
            </a:pPr>
            <a:r>
              <a:rPr sz="2002" b="1">
                <a:solidFill>
                  <a:srgbClr val="122D3B"/>
                </a:solidFill>
                <a:latin typeface="DejaVu Sans"/>
                <a:ea typeface="DejaVu Sans"/>
                <a:cs typeface="DejaVu Sans"/>
              </a:rPr>
              <a:t>A</a:t>
            </a:r>
          </a:p>
        </p:txBody>
      </p:sp>
      <p:sp>
        <p:nvSpPr>
          <p:cNvPr id="4" name="graph-B">
            <a:extLst xmlns:a="http://schemas.openxmlformats.org/drawingml/2006/main">
              <a:ext uri="{FF2B5EF4-FFF2-40B4-BE49-F238E27FC236}">
                <a16:creationId xmlns:a16="http://schemas.microsoft.com/office/drawing/2014/main" id="{47E4F4CF-6DC8-4E10-A366-65A5FF489C5B}"/>
              </a:ext>
            </a:extLst>
          </p:cNvPr>
          <p:cNvSpPr>
            <a:spLocks xmlns:a="http://schemas.openxmlformats.org/drawingml/2006/main" noGrp="1"/>
          </p:cNvSpPr>
          <p:nvPr/>
        </p:nvSpPr>
        <p:spPr>
          <a:xfrm xmlns:a="http://schemas.openxmlformats.org/drawingml/2006/main">
            <a:off x="2316480" y="2028825"/>
            <a:ext cx="508635" cy="508635"/>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002" b="1">
                <a:solidFill>
                  <a:srgbClr val="122D3B"/>
                </a:solidFill>
                <a:latin typeface="DejaVu Sans"/>
                <a:ea typeface="DejaVu Sans"/>
                <a:cs typeface="DejaVu Sans"/>
              </a:defRPr>
            </a:defPPr>
            <a:lvl1pPr algn="ctr">
              <a:defRPr sz="2002" b="1">
                <a:solidFill>
                  <a:srgbClr val="122D3B"/>
                </a:solidFill>
                <a:latin typeface="DejaVu Sans"/>
                <a:ea typeface="DejaVu Sans"/>
                <a:cs typeface="DejaVu Sans"/>
              </a:defRPr>
            </a:lvl1pPr>
            <a:lvl2pPr algn="ctr">
              <a:defRPr sz="2002" b="1">
                <a:solidFill>
                  <a:srgbClr val="122D3B"/>
                </a:solidFill>
                <a:latin typeface="DejaVu Sans"/>
                <a:ea typeface="DejaVu Sans"/>
                <a:cs typeface="DejaVu Sans"/>
              </a:defRPr>
            </a:lvl2pPr>
            <a:lvl3pPr algn="ctr">
              <a:defRPr sz="2002" b="1">
                <a:solidFill>
                  <a:srgbClr val="122D3B"/>
                </a:solidFill>
                <a:latin typeface="DejaVu Sans"/>
                <a:ea typeface="DejaVu Sans"/>
                <a:cs typeface="DejaVu Sans"/>
              </a:defRPr>
            </a:lvl3pPr>
            <a:lvl4pPr algn="ctr">
              <a:defRPr sz="2002" b="1">
                <a:solidFill>
                  <a:srgbClr val="122D3B"/>
                </a:solidFill>
                <a:latin typeface="DejaVu Sans"/>
                <a:ea typeface="DejaVu Sans"/>
                <a:cs typeface="DejaVu Sans"/>
              </a:defRPr>
            </a:lvl4pPr>
            <a:lvl5pPr algn="ctr">
              <a:defRPr sz="2002" b="1">
                <a:solidFill>
                  <a:srgbClr val="122D3B"/>
                </a:solidFill>
                <a:latin typeface="DejaVu Sans"/>
                <a:ea typeface="DejaVu Sans"/>
                <a:cs typeface="DejaVu Sans"/>
              </a:defRPr>
            </a:lvl5pPr>
            <a:lvl6pPr algn="ctr">
              <a:defRPr sz="2002" b="1">
                <a:solidFill>
                  <a:srgbClr val="122D3B"/>
                </a:solidFill>
                <a:latin typeface="DejaVu Sans"/>
                <a:ea typeface="DejaVu Sans"/>
                <a:cs typeface="DejaVu Sans"/>
              </a:defRPr>
            </a:lvl6pPr>
            <a:lvl7pPr algn="ctr">
              <a:defRPr sz="2002" b="1">
                <a:solidFill>
                  <a:srgbClr val="122D3B"/>
                </a:solidFill>
                <a:latin typeface="DejaVu Sans"/>
                <a:ea typeface="DejaVu Sans"/>
                <a:cs typeface="DejaVu Sans"/>
              </a:defRPr>
            </a:lvl7pPr>
            <a:lvl8pPr algn="ctr">
              <a:defRPr sz="2002" b="1">
                <a:solidFill>
                  <a:srgbClr val="122D3B"/>
                </a:solidFill>
                <a:latin typeface="DejaVu Sans"/>
                <a:ea typeface="DejaVu Sans"/>
                <a:cs typeface="DejaVu Sans"/>
              </a:defRPr>
            </a:lvl8pPr>
            <a:lvl9pPr algn="ctr">
              <a:defRPr sz="2002" b="1">
                <a:solidFill>
                  <a:srgbClr val="122D3B"/>
                </a:solidFill>
                <a:latin typeface="DejaVu Sans"/>
                <a:ea typeface="DejaVu Sans"/>
                <a:cs typeface="DejaVu Sans"/>
              </a:defRPr>
            </a:lvl9pPr>
          </a:lstStyle>
          <a:p xmlns:a="http://schemas.openxmlformats.org/drawingml/2006/main">
            <a:pPr algn="ctr">
              <a:defRPr sz="2002" b="1">
                <a:solidFill>
                  <a:srgbClr val="122D3B"/>
                </a:solidFill>
                <a:latin typeface="DejaVu Sans"/>
                <a:ea typeface="DejaVu Sans"/>
                <a:cs typeface="DejaVu Sans"/>
              </a:defRPr>
            </a:pPr>
            <a:r>
              <a:rPr sz="2002" b="1">
                <a:solidFill>
                  <a:srgbClr val="122D3B"/>
                </a:solidFill>
                <a:latin typeface="DejaVu Sans"/>
                <a:ea typeface="DejaVu Sans"/>
                <a:cs typeface="DejaVu Sans"/>
              </a:rPr>
              <a:t>B</a:t>
            </a:r>
          </a:p>
        </p:txBody>
      </p:sp>
      <p:sp>
        <p:nvSpPr>
          <p:cNvPr id="5" name="graph-C">
            <a:extLst xmlns:a="http://schemas.openxmlformats.org/drawingml/2006/main">
              <a:ext uri="{FF2B5EF4-FFF2-40B4-BE49-F238E27FC236}">
                <a16:creationId xmlns:a16="http://schemas.microsoft.com/office/drawing/2014/main" id="{43AC7A75-FF52-4644-8FE0-D6F78340D236}"/>
              </a:ext>
            </a:extLst>
          </p:cNvPr>
          <p:cNvSpPr>
            <a:spLocks xmlns:a="http://schemas.openxmlformats.org/drawingml/2006/main" noGrp="1"/>
          </p:cNvSpPr>
          <p:nvPr/>
        </p:nvSpPr>
        <p:spPr>
          <a:xfrm xmlns:a="http://schemas.openxmlformats.org/drawingml/2006/main">
            <a:off x="2316480" y="4020979"/>
            <a:ext cx="508635" cy="508635"/>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002" b="1">
                <a:solidFill>
                  <a:srgbClr val="122D3B"/>
                </a:solidFill>
                <a:latin typeface="DejaVu Sans"/>
                <a:ea typeface="DejaVu Sans"/>
                <a:cs typeface="DejaVu Sans"/>
              </a:defRPr>
            </a:defPPr>
            <a:lvl1pPr algn="ctr">
              <a:defRPr sz="2002" b="1">
                <a:solidFill>
                  <a:srgbClr val="122D3B"/>
                </a:solidFill>
                <a:latin typeface="DejaVu Sans"/>
                <a:ea typeface="DejaVu Sans"/>
                <a:cs typeface="DejaVu Sans"/>
              </a:defRPr>
            </a:lvl1pPr>
            <a:lvl2pPr algn="ctr">
              <a:defRPr sz="2002" b="1">
                <a:solidFill>
                  <a:srgbClr val="122D3B"/>
                </a:solidFill>
                <a:latin typeface="DejaVu Sans"/>
                <a:ea typeface="DejaVu Sans"/>
                <a:cs typeface="DejaVu Sans"/>
              </a:defRPr>
            </a:lvl2pPr>
            <a:lvl3pPr algn="ctr">
              <a:defRPr sz="2002" b="1">
                <a:solidFill>
                  <a:srgbClr val="122D3B"/>
                </a:solidFill>
                <a:latin typeface="DejaVu Sans"/>
                <a:ea typeface="DejaVu Sans"/>
                <a:cs typeface="DejaVu Sans"/>
              </a:defRPr>
            </a:lvl3pPr>
            <a:lvl4pPr algn="ctr">
              <a:defRPr sz="2002" b="1">
                <a:solidFill>
                  <a:srgbClr val="122D3B"/>
                </a:solidFill>
                <a:latin typeface="DejaVu Sans"/>
                <a:ea typeface="DejaVu Sans"/>
                <a:cs typeface="DejaVu Sans"/>
              </a:defRPr>
            </a:lvl4pPr>
            <a:lvl5pPr algn="ctr">
              <a:defRPr sz="2002" b="1">
                <a:solidFill>
                  <a:srgbClr val="122D3B"/>
                </a:solidFill>
                <a:latin typeface="DejaVu Sans"/>
                <a:ea typeface="DejaVu Sans"/>
                <a:cs typeface="DejaVu Sans"/>
              </a:defRPr>
            </a:lvl5pPr>
            <a:lvl6pPr algn="ctr">
              <a:defRPr sz="2002" b="1">
                <a:solidFill>
                  <a:srgbClr val="122D3B"/>
                </a:solidFill>
                <a:latin typeface="DejaVu Sans"/>
                <a:ea typeface="DejaVu Sans"/>
                <a:cs typeface="DejaVu Sans"/>
              </a:defRPr>
            </a:lvl6pPr>
            <a:lvl7pPr algn="ctr">
              <a:defRPr sz="2002" b="1">
                <a:solidFill>
                  <a:srgbClr val="122D3B"/>
                </a:solidFill>
                <a:latin typeface="DejaVu Sans"/>
                <a:ea typeface="DejaVu Sans"/>
                <a:cs typeface="DejaVu Sans"/>
              </a:defRPr>
            </a:lvl7pPr>
            <a:lvl8pPr algn="ctr">
              <a:defRPr sz="2002" b="1">
                <a:solidFill>
                  <a:srgbClr val="122D3B"/>
                </a:solidFill>
                <a:latin typeface="DejaVu Sans"/>
                <a:ea typeface="DejaVu Sans"/>
                <a:cs typeface="DejaVu Sans"/>
              </a:defRPr>
            </a:lvl8pPr>
            <a:lvl9pPr algn="ctr">
              <a:defRPr sz="2002" b="1">
                <a:solidFill>
                  <a:srgbClr val="122D3B"/>
                </a:solidFill>
                <a:latin typeface="DejaVu Sans"/>
                <a:ea typeface="DejaVu Sans"/>
                <a:cs typeface="DejaVu Sans"/>
              </a:defRPr>
            </a:lvl9pPr>
          </a:lstStyle>
          <a:p xmlns:a="http://schemas.openxmlformats.org/drawingml/2006/main">
            <a:pPr algn="ctr">
              <a:defRPr sz="2002" b="1">
                <a:solidFill>
                  <a:srgbClr val="122D3B"/>
                </a:solidFill>
                <a:latin typeface="DejaVu Sans"/>
                <a:ea typeface="DejaVu Sans"/>
                <a:cs typeface="DejaVu Sans"/>
              </a:defRPr>
            </a:pPr>
            <a:r>
              <a:rPr sz="2002" b="1">
                <a:solidFill>
                  <a:srgbClr val="122D3B"/>
                </a:solidFill>
                <a:latin typeface="DejaVu Sans"/>
                <a:ea typeface="DejaVu Sans"/>
                <a:cs typeface="DejaVu Sans"/>
              </a:rPr>
              <a:t>C</a:t>
            </a:r>
          </a:p>
        </p:txBody>
      </p:sp>
      <p:sp>
        <p:nvSpPr>
          <p:cNvPr id="6" name="graph-D">
            <a:extLst xmlns:a="http://schemas.openxmlformats.org/drawingml/2006/main">
              <a:ext uri="{FF2B5EF4-FFF2-40B4-BE49-F238E27FC236}">
                <a16:creationId xmlns:a16="http://schemas.microsoft.com/office/drawing/2014/main" id="{8A9F87A1-29F7-490E-83CF-47219C8F02B1}"/>
              </a:ext>
            </a:extLst>
          </p:cNvPr>
          <p:cNvSpPr>
            <a:spLocks xmlns:a="http://schemas.openxmlformats.org/drawingml/2006/main" noGrp="1"/>
          </p:cNvSpPr>
          <p:nvPr/>
        </p:nvSpPr>
        <p:spPr>
          <a:xfrm xmlns:a="http://schemas.openxmlformats.org/drawingml/2006/main">
            <a:off x="3927158" y="3003709"/>
            <a:ext cx="508635" cy="508635"/>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002" b="1">
                <a:solidFill>
                  <a:srgbClr val="122D3B"/>
                </a:solidFill>
                <a:latin typeface="DejaVu Sans"/>
                <a:ea typeface="DejaVu Sans"/>
                <a:cs typeface="DejaVu Sans"/>
              </a:defRPr>
            </a:defPPr>
            <a:lvl1pPr algn="ctr">
              <a:defRPr sz="2002" b="1">
                <a:solidFill>
                  <a:srgbClr val="122D3B"/>
                </a:solidFill>
                <a:latin typeface="DejaVu Sans"/>
                <a:ea typeface="DejaVu Sans"/>
                <a:cs typeface="DejaVu Sans"/>
              </a:defRPr>
            </a:lvl1pPr>
            <a:lvl2pPr algn="ctr">
              <a:defRPr sz="2002" b="1">
                <a:solidFill>
                  <a:srgbClr val="122D3B"/>
                </a:solidFill>
                <a:latin typeface="DejaVu Sans"/>
                <a:ea typeface="DejaVu Sans"/>
                <a:cs typeface="DejaVu Sans"/>
              </a:defRPr>
            </a:lvl2pPr>
            <a:lvl3pPr algn="ctr">
              <a:defRPr sz="2002" b="1">
                <a:solidFill>
                  <a:srgbClr val="122D3B"/>
                </a:solidFill>
                <a:latin typeface="DejaVu Sans"/>
                <a:ea typeface="DejaVu Sans"/>
                <a:cs typeface="DejaVu Sans"/>
              </a:defRPr>
            </a:lvl3pPr>
            <a:lvl4pPr algn="ctr">
              <a:defRPr sz="2002" b="1">
                <a:solidFill>
                  <a:srgbClr val="122D3B"/>
                </a:solidFill>
                <a:latin typeface="DejaVu Sans"/>
                <a:ea typeface="DejaVu Sans"/>
                <a:cs typeface="DejaVu Sans"/>
              </a:defRPr>
            </a:lvl4pPr>
            <a:lvl5pPr algn="ctr">
              <a:defRPr sz="2002" b="1">
                <a:solidFill>
                  <a:srgbClr val="122D3B"/>
                </a:solidFill>
                <a:latin typeface="DejaVu Sans"/>
                <a:ea typeface="DejaVu Sans"/>
                <a:cs typeface="DejaVu Sans"/>
              </a:defRPr>
            </a:lvl5pPr>
            <a:lvl6pPr algn="ctr">
              <a:defRPr sz="2002" b="1">
                <a:solidFill>
                  <a:srgbClr val="122D3B"/>
                </a:solidFill>
                <a:latin typeface="DejaVu Sans"/>
                <a:ea typeface="DejaVu Sans"/>
                <a:cs typeface="DejaVu Sans"/>
              </a:defRPr>
            </a:lvl6pPr>
            <a:lvl7pPr algn="ctr">
              <a:defRPr sz="2002" b="1">
                <a:solidFill>
                  <a:srgbClr val="122D3B"/>
                </a:solidFill>
                <a:latin typeface="DejaVu Sans"/>
                <a:ea typeface="DejaVu Sans"/>
                <a:cs typeface="DejaVu Sans"/>
              </a:defRPr>
            </a:lvl7pPr>
            <a:lvl8pPr algn="ctr">
              <a:defRPr sz="2002" b="1">
                <a:solidFill>
                  <a:srgbClr val="122D3B"/>
                </a:solidFill>
                <a:latin typeface="DejaVu Sans"/>
                <a:ea typeface="DejaVu Sans"/>
                <a:cs typeface="DejaVu Sans"/>
              </a:defRPr>
            </a:lvl8pPr>
            <a:lvl9pPr algn="ctr">
              <a:defRPr sz="2002" b="1">
                <a:solidFill>
                  <a:srgbClr val="122D3B"/>
                </a:solidFill>
                <a:latin typeface="DejaVu Sans"/>
                <a:ea typeface="DejaVu Sans"/>
                <a:cs typeface="DejaVu Sans"/>
              </a:defRPr>
            </a:lvl9pPr>
          </a:lstStyle>
          <a:p xmlns:a="http://schemas.openxmlformats.org/drawingml/2006/main">
            <a:pPr algn="ctr">
              <a:defRPr sz="2002" b="1">
                <a:solidFill>
                  <a:srgbClr val="122D3B"/>
                </a:solidFill>
                <a:latin typeface="DejaVu Sans"/>
                <a:ea typeface="DejaVu Sans"/>
                <a:cs typeface="DejaVu Sans"/>
              </a:defRPr>
            </a:pPr>
            <a:r>
              <a:rPr sz="2002" b="1">
                <a:solidFill>
                  <a:srgbClr val="122D3B"/>
                </a:solidFill>
                <a:latin typeface="DejaVu Sans"/>
                <a:ea typeface="DejaVu Sans"/>
                <a:cs typeface="DejaVu Sans"/>
              </a:rPr>
              <a:t>D</a:t>
            </a:r>
          </a:p>
        </p:txBody>
      </p:sp>
      <p:sp>
        <p:nvSpPr>
          <p:cNvPr id="7" name="graph-E">
            <a:extLst xmlns:a="http://schemas.openxmlformats.org/drawingml/2006/main">
              <a:ext uri="{FF2B5EF4-FFF2-40B4-BE49-F238E27FC236}">
                <a16:creationId xmlns:a16="http://schemas.microsoft.com/office/drawing/2014/main" id="{F220145E-2FBD-4F4B-955B-F88259E4FD4B}"/>
              </a:ext>
            </a:extLst>
          </p:cNvPr>
          <p:cNvSpPr>
            <a:spLocks xmlns:a="http://schemas.openxmlformats.org/drawingml/2006/main" noGrp="1"/>
          </p:cNvSpPr>
          <p:nvPr/>
        </p:nvSpPr>
        <p:spPr>
          <a:xfrm xmlns:a="http://schemas.openxmlformats.org/drawingml/2006/main">
            <a:off x="5410676" y="3003709"/>
            <a:ext cx="508635" cy="508635"/>
          </a:xfrm>
          <a:prstGeom xmlns:a="http://schemas.openxmlformats.org/drawingml/2006/main" prst="ellipse">
            <a:avLst/>
          </a:prstGeom>
          <a:solidFill xmlns:a="http://schemas.openxmlformats.org/drawingml/2006/main">
            <a:srgbClr val="F4F1E9"/>
          </a:solidFill>
          <a:ln xmlns:a="http://schemas.openxmlformats.org/drawingml/2006/main" w="19050">
            <a:solidFill>
              <a:srgbClr val="122D3B"/>
            </a:solidFill>
            <a:prstDash val="solid"/>
          </a:ln>
        </p:spPr>
        <p:txBody>
          <a:bodyPr xmlns:a="http://schemas.openxmlformats.org/drawingml/2006/main" lIns="0" tIns="0" rIns="0" bIns="0" anchor="ctr"/>
          <a:lstStyle xmlns:a="http://schemas.openxmlformats.org/drawingml/2006/main">
            <a:defPPr algn="ctr">
              <a:defRPr sz="2002" b="1">
                <a:solidFill>
                  <a:srgbClr val="122D3B"/>
                </a:solidFill>
                <a:latin typeface="DejaVu Sans"/>
                <a:ea typeface="DejaVu Sans"/>
                <a:cs typeface="DejaVu Sans"/>
              </a:defRPr>
            </a:defPPr>
            <a:lvl1pPr algn="ctr">
              <a:defRPr sz="2002" b="1">
                <a:solidFill>
                  <a:srgbClr val="122D3B"/>
                </a:solidFill>
                <a:latin typeface="DejaVu Sans"/>
                <a:ea typeface="DejaVu Sans"/>
                <a:cs typeface="DejaVu Sans"/>
              </a:defRPr>
            </a:lvl1pPr>
            <a:lvl2pPr algn="ctr">
              <a:defRPr sz="2002" b="1">
                <a:solidFill>
                  <a:srgbClr val="122D3B"/>
                </a:solidFill>
                <a:latin typeface="DejaVu Sans"/>
                <a:ea typeface="DejaVu Sans"/>
                <a:cs typeface="DejaVu Sans"/>
              </a:defRPr>
            </a:lvl2pPr>
            <a:lvl3pPr algn="ctr">
              <a:defRPr sz="2002" b="1">
                <a:solidFill>
                  <a:srgbClr val="122D3B"/>
                </a:solidFill>
                <a:latin typeface="DejaVu Sans"/>
                <a:ea typeface="DejaVu Sans"/>
                <a:cs typeface="DejaVu Sans"/>
              </a:defRPr>
            </a:lvl3pPr>
            <a:lvl4pPr algn="ctr">
              <a:defRPr sz="2002" b="1">
                <a:solidFill>
                  <a:srgbClr val="122D3B"/>
                </a:solidFill>
                <a:latin typeface="DejaVu Sans"/>
                <a:ea typeface="DejaVu Sans"/>
                <a:cs typeface="DejaVu Sans"/>
              </a:defRPr>
            </a:lvl4pPr>
            <a:lvl5pPr algn="ctr">
              <a:defRPr sz="2002" b="1">
                <a:solidFill>
                  <a:srgbClr val="122D3B"/>
                </a:solidFill>
                <a:latin typeface="DejaVu Sans"/>
                <a:ea typeface="DejaVu Sans"/>
                <a:cs typeface="DejaVu Sans"/>
              </a:defRPr>
            </a:lvl5pPr>
            <a:lvl6pPr algn="ctr">
              <a:defRPr sz="2002" b="1">
                <a:solidFill>
                  <a:srgbClr val="122D3B"/>
                </a:solidFill>
                <a:latin typeface="DejaVu Sans"/>
                <a:ea typeface="DejaVu Sans"/>
                <a:cs typeface="DejaVu Sans"/>
              </a:defRPr>
            </a:lvl6pPr>
            <a:lvl7pPr algn="ctr">
              <a:defRPr sz="2002" b="1">
                <a:solidFill>
                  <a:srgbClr val="122D3B"/>
                </a:solidFill>
                <a:latin typeface="DejaVu Sans"/>
                <a:ea typeface="DejaVu Sans"/>
                <a:cs typeface="DejaVu Sans"/>
              </a:defRPr>
            </a:lvl7pPr>
            <a:lvl8pPr algn="ctr">
              <a:defRPr sz="2002" b="1">
                <a:solidFill>
                  <a:srgbClr val="122D3B"/>
                </a:solidFill>
                <a:latin typeface="DejaVu Sans"/>
                <a:ea typeface="DejaVu Sans"/>
                <a:cs typeface="DejaVu Sans"/>
              </a:defRPr>
            </a:lvl8pPr>
            <a:lvl9pPr algn="ctr">
              <a:defRPr sz="2002" b="1">
                <a:solidFill>
                  <a:srgbClr val="122D3B"/>
                </a:solidFill>
                <a:latin typeface="DejaVu Sans"/>
                <a:ea typeface="DejaVu Sans"/>
                <a:cs typeface="DejaVu Sans"/>
              </a:defRPr>
            </a:lvl9pPr>
          </a:lstStyle>
          <a:p xmlns:a="http://schemas.openxmlformats.org/drawingml/2006/main">
            <a:pPr algn="ctr">
              <a:defRPr sz="2002" b="1">
                <a:solidFill>
                  <a:srgbClr val="122D3B"/>
                </a:solidFill>
                <a:latin typeface="DejaVu Sans"/>
                <a:ea typeface="DejaVu Sans"/>
                <a:cs typeface="DejaVu Sans"/>
              </a:defRPr>
            </a:pPr>
            <a:r>
              <a:rPr sz="2002" b="1">
                <a:solidFill>
                  <a:srgbClr val="122D3B"/>
                </a:solidFill>
                <a:latin typeface="DejaVu Sans"/>
                <a:ea typeface="DejaVu Sans"/>
                <a:cs typeface="DejaVu Sans"/>
              </a:rPr>
              <a:t>E</a:t>
            </a:r>
          </a:p>
        </p:txBody>
      </p:sp>
      <p:sp>
        <p:nvSpPr>
          <p:cNvPr id="9" name="text-8">
            <a:extLst xmlns:a="http://schemas.openxmlformats.org/drawingml/2006/main">
              <a:ext uri="{FF2B5EF4-FFF2-40B4-BE49-F238E27FC236}">
                <a16:creationId xmlns:a16="http://schemas.microsoft.com/office/drawing/2014/main" id="{9ED691DA-54DE-446F-A99F-DDE6F204AFF2}"/>
              </a:ext>
            </a:extLst>
          </p:cNvPr>
          <p:cNvSpPr>
            <a:spLocks xmlns:a="http://schemas.openxmlformats.org/drawingml/2006/main" noGrp="1"/>
          </p:cNvSpPr>
          <p:nvPr/>
        </p:nvSpPr>
        <p:spPr>
          <a:xfrm xmlns:a="http://schemas.openxmlformats.org/drawingml/2006/main">
            <a:off x="1485710" y="2325529"/>
            <a:ext cx="296704" cy="296704"/>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69" b="1">
                <a:solidFill>
                  <a:srgbClr val="122D3B"/>
                </a:solidFill>
                <a:latin typeface="DejaVu Sans"/>
                <a:ea typeface="DejaVu Sans"/>
                <a:cs typeface="DejaVu Sans"/>
              </a:defRPr>
            </a:defPPr>
            <a:lvl1pPr algn="ctr">
              <a:defRPr sz="1669" b="1">
                <a:solidFill>
                  <a:srgbClr val="122D3B"/>
                </a:solidFill>
                <a:latin typeface="DejaVu Sans"/>
                <a:ea typeface="DejaVu Sans"/>
                <a:cs typeface="DejaVu Sans"/>
              </a:defRPr>
            </a:lvl1pPr>
            <a:lvl2pPr algn="ctr">
              <a:defRPr sz="1669" b="1">
                <a:solidFill>
                  <a:srgbClr val="122D3B"/>
                </a:solidFill>
                <a:latin typeface="DejaVu Sans"/>
                <a:ea typeface="DejaVu Sans"/>
                <a:cs typeface="DejaVu Sans"/>
              </a:defRPr>
            </a:lvl2pPr>
            <a:lvl3pPr algn="ctr">
              <a:defRPr sz="1669" b="1">
                <a:solidFill>
                  <a:srgbClr val="122D3B"/>
                </a:solidFill>
                <a:latin typeface="DejaVu Sans"/>
                <a:ea typeface="DejaVu Sans"/>
                <a:cs typeface="DejaVu Sans"/>
              </a:defRPr>
            </a:lvl3pPr>
            <a:lvl4pPr algn="ctr">
              <a:defRPr sz="1669" b="1">
                <a:solidFill>
                  <a:srgbClr val="122D3B"/>
                </a:solidFill>
                <a:latin typeface="DejaVu Sans"/>
                <a:ea typeface="DejaVu Sans"/>
                <a:cs typeface="DejaVu Sans"/>
              </a:defRPr>
            </a:lvl4pPr>
            <a:lvl5pPr algn="ctr">
              <a:defRPr sz="1669" b="1">
                <a:solidFill>
                  <a:srgbClr val="122D3B"/>
                </a:solidFill>
                <a:latin typeface="DejaVu Sans"/>
                <a:ea typeface="DejaVu Sans"/>
                <a:cs typeface="DejaVu Sans"/>
              </a:defRPr>
            </a:lvl5pPr>
            <a:lvl6pPr algn="ctr">
              <a:defRPr sz="1669" b="1">
                <a:solidFill>
                  <a:srgbClr val="122D3B"/>
                </a:solidFill>
                <a:latin typeface="DejaVu Sans"/>
                <a:ea typeface="DejaVu Sans"/>
                <a:cs typeface="DejaVu Sans"/>
              </a:defRPr>
            </a:lvl6pPr>
            <a:lvl7pPr algn="ctr">
              <a:defRPr sz="1669" b="1">
                <a:solidFill>
                  <a:srgbClr val="122D3B"/>
                </a:solidFill>
                <a:latin typeface="DejaVu Sans"/>
                <a:ea typeface="DejaVu Sans"/>
                <a:cs typeface="DejaVu Sans"/>
              </a:defRPr>
            </a:lvl7pPr>
            <a:lvl8pPr algn="ctr">
              <a:defRPr sz="1669" b="1">
                <a:solidFill>
                  <a:srgbClr val="122D3B"/>
                </a:solidFill>
                <a:latin typeface="DejaVu Sans"/>
                <a:ea typeface="DejaVu Sans"/>
                <a:cs typeface="DejaVu Sans"/>
              </a:defRPr>
            </a:lvl8pPr>
            <a:lvl9pPr algn="ctr">
              <a:defRPr sz="1669" b="1">
                <a:solidFill>
                  <a:srgbClr val="122D3B"/>
                </a:solidFill>
                <a:latin typeface="DejaVu Sans"/>
                <a:ea typeface="DejaVu Sans"/>
                <a:cs typeface="DejaVu Sans"/>
              </a:defRPr>
            </a:lvl9pPr>
          </a:lstStyle>
          <a:p xmlns:a="http://schemas.openxmlformats.org/drawingml/2006/main">
            <a:pPr algn="ctr">
              <a:defRPr sz="1669" b="1">
                <a:solidFill>
                  <a:srgbClr val="122D3B"/>
                </a:solidFill>
                <a:latin typeface="DejaVu Sans"/>
                <a:ea typeface="DejaVu Sans"/>
                <a:cs typeface="DejaVu Sans"/>
              </a:defRPr>
            </a:pPr>
            <a:r>
              <a:rPr sz="1669" b="1">
                <a:solidFill>
                  <a:srgbClr val="122D3B"/>
                </a:solidFill>
                <a:latin typeface="DejaVu Sans"/>
                <a:ea typeface="DejaVu Sans"/>
                <a:cs typeface="DejaVu Sans"/>
              </a:rPr>
              <a:t>4</a:t>
            </a:r>
          </a:p>
        </p:txBody>
      </p:sp>
      <p:sp>
        <p:nvSpPr>
          <p:cNvPr id="11" name="text-10">
            <a:extLst xmlns:a="http://schemas.openxmlformats.org/drawingml/2006/main">
              <a:ext uri="{FF2B5EF4-FFF2-40B4-BE49-F238E27FC236}">
                <a16:creationId xmlns:a16="http://schemas.microsoft.com/office/drawing/2014/main" id="{EFEC5FFA-5B2C-45B8-A272-2C7E25FFE14C}"/>
              </a:ext>
            </a:extLst>
          </p:cNvPr>
          <p:cNvSpPr>
            <a:spLocks xmlns:a="http://schemas.openxmlformats.org/drawingml/2006/main" noGrp="1"/>
          </p:cNvSpPr>
          <p:nvPr/>
        </p:nvSpPr>
        <p:spPr>
          <a:xfrm xmlns:a="http://schemas.openxmlformats.org/drawingml/2006/main">
            <a:off x="1485710" y="3749707"/>
            <a:ext cx="296704" cy="296704"/>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69" b="1">
                <a:solidFill>
                  <a:srgbClr val="A05E24"/>
                </a:solidFill>
                <a:latin typeface="DejaVu Sans"/>
                <a:ea typeface="DejaVu Sans"/>
                <a:cs typeface="DejaVu Sans"/>
              </a:defRPr>
            </a:defPPr>
            <a:lvl1pPr algn="ctr">
              <a:defRPr sz="1669" b="1">
                <a:solidFill>
                  <a:srgbClr val="A05E24"/>
                </a:solidFill>
                <a:latin typeface="DejaVu Sans"/>
                <a:ea typeface="DejaVu Sans"/>
                <a:cs typeface="DejaVu Sans"/>
              </a:defRPr>
            </a:lvl1pPr>
            <a:lvl2pPr algn="ctr">
              <a:defRPr sz="1669" b="1">
                <a:solidFill>
                  <a:srgbClr val="A05E24"/>
                </a:solidFill>
                <a:latin typeface="DejaVu Sans"/>
                <a:ea typeface="DejaVu Sans"/>
                <a:cs typeface="DejaVu Sans"/>
              </a:defRPr>
            </a:lvl2pPr>
            <a:lvl3pPr algn="ctr">
              <a:defRPr sz="1669" b="1">
                <a:solidFill>
                  <a:srgbClr val="A05E24"/>
                </a:solidFill>
                <a:latin typeface="DejaVu Sans"/>
                <a:ea typeface="DejaVu Sans"/>
                <a:cs typeface="DejaVu Sans"/>
              </a:defRPr>
            </a:lvl3pPr>
            <a:lvl4pPr algn="ctr">
              <a:defRPr sz="1669" b="1">
                <a:solidFill>
                  <a:srgbClr val="A05E24"/>
                </a:solidFill>
                <a:latin typeface="DejaVu Sans"/>
                <a:ea typeface="DejaVu Sans"/>
                <a:cs typeface="DejaVu Sans"/>
              </a:defRPr>
            </a:lvl4pPr>
            <a:lvl5pPr algn="ctr">
              <a:defRPr sz="1669" b="1">
                <a:solidFill>
                  <a:srgbClr val="A05E24"/>
                </a:solidFill>
                <a:latin typeface="DejaVu Sans"/>
                <a:ea typeface="DejaVu Sans"/>
                <a:cs typeface="DejaVu Sans"/>
              </a:defRPr>
            </a:lvl5pPr>
            <a:lvl6pPr algn="ctr">
              <a:defRPr sz="1669" b="1">
                <a:solidFill>
                  <a:srgbClr val="A05E24"/>
                </a:solidFill>
                <a:latin typeface="DejaVu Sans"/>
                <a:ea typeface="DejaVu Sans"/>
                <a:cs typeface="DejaVu Sans"/>
              </a:defRPr>
            </a:lvl6pPr>
            <a:lvl7pPr algn="ctr">
              <a:defRPr sz="1669" b="1">
                <a:solidFill>
                  <a:srgbClr val="A05E24"/>
                </a:solidFill>
                <a:latin typeface="DejaVu Sans"/>
                <a:ea typeface="DejaVu Sans"/>
                <a:cs typeface="DejaVu Sans"/>
              </a:defRPr>
            </a:lvl7pPr>
            <a:lvl8pPr algn="ctr">
              <a:defRPr sz="1669" b="1">
                <a:solidFill>
                  <a:srgbClr val="A05E24"/>
                </a:solidFill>
                <a:latin typeface="DejaVu Sans"/>
                <a:ea typeface="DejaVu Sans"/>
                <a:cs typeface="DejaVu Sans"/>
              </a:defRPr>
            </a:lvl8pPr>
            <a:lvl9pPr algn="ctr">
              <a:defRPr sz="1669" b="1">
                <a:solidFill>
                  <a:srgbClr val="A05E24"/>
                </a:solidFill>
                <a:latin typeface="DejaVu Sans"/>
                <a:ea typeface="DejaVu Sans"/>
                <a:cs typeface="DejaVu Sans"/>
              </a:defRPr>
            </a:lvl9pPr>
          </a:lstStyle>
          <a:p xmlns:a="http://schemas.openxmlformats.org/drawingml/2006/main">
            <a:pPr algn="ctr">
              <a:defRPr sz="1669" b="1">
                <a:solidFill>
                  <a:srgbClr val="A05E24"/>
                </a:solidFill>
                <a:latin typeface="DejaVu Sans"/>
                <a:ea typeface="DejaVu Sans"/>
                <a:cs typeface="DejaVu Sans"/>
              </a:defRPr>
            </a:pPr>
            <a:r>
              <a:rPr sz="1669" b="1">
                <a:solidFill>
                  <a:srgbClr val="A05E24"/>
                </a:solidFill>
                <a:latin typeface="DejaVu Sans"/>
                <a:ea typeface="DejaVu Sans"/>
                <a:cs typeface="DejaVu Sans"/>
              </a:rPr>
              <a:t>2</a:t>
            </a:r>
          </a:p>
        </p:txBody>
      </p:sp>
      <p:sp>
        <p:nvSpPr>
          <p:cNvPr id="13" name="text-12">
            <a:extLst xmlns:a="http://schemas.openxmlformats.org/drawingml/2006/main">
              <a:ext uri="{FF2B5EF4-FFF2-40B4-BE49-F238E27FC236}">
                <a16:creationId xmlns:a16="http://schemas.microsoft.com/office/drawing/2014/main" id="{6C2AFD75-A0D6-413D-80FE-8C9676D2921F}"/>
              </a:ext>
            </a:extLst>
          </p:cNvPr>
          <p:cNvSpPr>
            <a:spLocks xmlns:a="http://schemas.openxmlformats.org/drawingml/2006/main" noGrp="1"/>
          </p:cNvSpPr>
          <p:nvPr/>
        </p:nvSpPr>
        <p:spPr>
          <a:xfrm xmlns:a="http://schemas.openxmlformats.org/drawingml/2006/main">
            <a:off x="2443639" y="3147822"/>
            <a:ext cx="296704" cy="296704"/>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69" b="1">
                <a:solidFill>
                  <a:srgbClr val="A05E24"/>
                </a:solidFill>
                <a:latin typeface="DejaVu Sans"/>
                <a:ea typeface="DejaVu Sans"/>
                <a:cs typeface="DejaVu Sans"/>
              </a:defRPr>
            </a:defPPr>
            <a:lvl1pPr algn="ctr">
              <a:defRPr sz="1669" b="1">
                <a:solidFill>
                  <a:srgbClr val="A05E24"/>
                </a:solidFill>
                <a:latin typeface="DejaVu Sans"/>
                <a:ea typeface="DejaVu Sans"/>
                <a:cs typeface="DejaVu Sans"/>
              </a:defRPr>
            </a:lvl1pPr>
            <a:lvl2pPr algn="ctr">
              <a:defRPr sz="1669" b="1">
                <a:solidFill>
                  <a:srgbClr val="A05E24"/>
                </a:solidFill>
                <a:latin typeface="DejaVu Sans"/>
                <a:ea typeface="DejaVu Sans"/>
                <a:cs typeface="DejaVu Sans"/>
              </a:defRPr>
            </a:lvl2pPr>
            <a:lvl3pPr algn="ctr">
              <a:defRPr sz="1669" b="1">
                <a:solidFill>
                  <a:srgbClr val="A05E24"/>
                </a:solidFill>
                <a:latin typeface="DejaVu Sans"/>
                <a:ea typeface="DejaVu Sans"/>
                <a:cs typeface="DejaVu Sans"/>
              </a:defRPr>
            </a:lvl3pPr>
            <a:lvl4pPr algn="ctr">
              <a:defRPr sz="1669" b="1">
                <a:solidFill>
                  <a:srgbClr val="A05E24"/>
                </a:solidFill>
                <a:latin typeface="DejaVu Sans"/>
                <a:ea typeface="DejaVu Sans"/>
                <a:cs typeface="DejaVu Sans"/>
              </a:defRPr>
            </a:lvl4pPr>
            <a:lvl5pPr algn="ctr">
              <a:defRPr sz="1669" b="1">
                <a:solidFill>
                  <a:srgbClr val="A05E24"/>
                </a:solidFill>
                <a:latin typeface="DejaVu Sans"/>
                <a:ea typeface="DejaVu Sans"/>
                <a:cs typeface="DejaVu Sans"/>
              </a:defRPr>
            </a:lvl5pPr>
            <a:lvl6pPr algn="ctr">
              <a:defRPr sz="1669" b="1">
                <a:solidFill>
                  <a:srgbClr val="A05E24"/>
                </a:solidFill>
                <a:latin typeface="DejaVu Sans"/>
                <a:ea typeface="DejaVu Sans"/>
                <a:cs typeface="DejaVu Sans"/>
              </a:defRPr>
            </a:lvl6pPr>
            <a:lvl7pPr algn="ctr">
              <a:defRPr sz="1669" b="1">
                <a:solidFill>
                  <a:srgbClr val="A05E24"/>
                </a:solidFill>
                <a:latin typeface="DejaVu Sans"/>
                <a:ea typeface="DejaVu Sans"/>
                <a:cs typeface="DejaVu Sans"/>
              </a:defRPr>
            </a:lvl7pPr>
            <a:lvl8pPr algn="ctr">
              <a:defRPr sz="1669" b="1">
                <a:solidFill>
                  <a:srgbClr val="A05E24"/>
                </a:solidFill>
                <a:latin typeface="DejaVu Sans"/>
                <a:ea typeface="DejaVu Sans"/>
                <a:cs typeface="DejaVu Sans"/>
              </a:defRPr>
            </a:lvl8pPr>
            <a:lvl9pPr algn="ctr">
              <a:defRPr sz="1669" b="1">
                <a:solidFill>
                  <a:srgbClr val="A05E24"/>
                </a:solidFill>
                <a:latin typeface="DejaVu Sans"/>
                <a:ea typeface="DejaVu Sans"/>
                <a:cs typeface="DejaVu Sans"/>
              </a:defRPr>
            </a:lvl9pPr>
          </a:lstStyle>
          <a:p xmlns:a="http://schemas.openxmlformats.org/drawingml/2006/main">
            <a:pPr algn="ctr">
              <a:defRPr sz="1669" b="1">
                <a:solidFill>
                  <a:srgbClr val="A05E24"/>
                </a:solidFill>
                <a:latin typeface="DejaVu Sans"/>
                <a:ea typeface="DejaVu Sans"/>
                <a:cs typeface="DejaVu Sans"/>
              </a:defRPr>
            </a:pPr>
            <a:r>
              <a:rPr sz="1669" b="1">
                <a:solidFill>
                  <a:srgbClr val="A05E24"/>
                </a:solidFill>
                <a:latin typeface="DejaVu Sans"/>
                <a:ea typeface="DejaVu Sans"/>
                <a:cs typeface="DejaVu Sans"/>
              </a:rPr>
              <a:t>1</a:t>
            </a:r>
          </a:p>
        </p:txBody>
      </p:sp>
      <p:sp>
        <p:nvSpPr>
          <p:cNvPr id="15" name="text-14">
            <a:extLst xmlns:a="http://schemas.openxmlformats.org/drawingml/2006/main">
              <a:ext uri="{FF2B5EF4-FFF2-40B4-BE49-F238E27FC236}">
                <a16:creationId xmlns:a16="http://schemas.microsoft.com/office/drawing/2014/main" id="{C162C879-C3E7-4582-85B2-D0FDE88FC80E}"/>
              </a:ext>
            </a:extLst>
          </p:cNvPr>
          <p:cNvSpPr>
            <a:spLocks xmlns:a="http://schemas.openxmlformats.org/drawingml/2006/main" noGrp="1"/>
          </p:cNvSpPr>
          <p:nvPr/>
        </p:nvSpPr>
        <p:spPr>
          <a:xfrm xmlns:a="http://schemas.openxmlformats.org/drawingml/2006/main">
            <a:off x="3248978" y="2325529"/>
            <a:ext cx="296704" cy="296704"/>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69" b="1">
                <a:solidFill>
                  <a:srgbClr val="A05E24"/>
                </a:solidFill>
                <a:latin typeface="DejaVu Sans"/>
                <a:ea typeface="DejaVu Sans"/>
                <a:cs typeface="DejaVu Sans"/>
              </a:defRPr>
            </a:defPPr>
            <a:lvl1pPr algn="ctr">
              <a:defRPr sz="1669" b="1">
                <a:solidFill>
                  <a:srgbClr val="A05E24"/>
                </a:solidFill>
                <a:latin typeface="DejaVu Sans"/>
                <a:ea typeface="DejaVu Sans"/>
                <a:cs typeface="DejaVu Sans"/>
              </a:defRPr>
            </a:lvl1pPr>
            <a:lvl2pPr algn="ctr">
              <a:defRPr sz="1669" b="1">
                <a:solidFill>
                  <a:srgbClr val="A05E24"/>
                </a:solidFill>
                <a:latin typeface="DejaVu Sans"/>
                <a:ea typeface="DejaVu Sans"/>
                <a:cs typeface="DejaVu Sans"/>
              </a:defRPr>
            </a:lvl2pPr>
            <a:lvl3pPr algn="ctr">
              <a:defRPr sz="1669" b="1">
                <a:solidFill>
                  <a:srgbClr val="A05E24"/>
                </a:solidFill>
                <a:latin typeface="DejaVu Sans"/>
                <a:ea typeface="DejaVu Sans"/>
                <a:cs typeface="DejaVu Sans"/>
              </a:defRPr>
            </a:lvl3pPr>
            <a:lvl4pPr algn="ctr">
              <a:defRPr sz="1669" b="1">
                <a:solidFill>
                  <a:srgbClr val="A05E24"/>
                </a:solidFill>
                <a:latin typeface="DejaVu Sans"/>
                <a:ea typeface="DejaVu Sans"/>
                <a:cs typeface="DejaVu Sans"/>
              </a:defRPr>
            </a:lvl4pPr>
            <a:lvl5pPr algn="ctr">
              <a:defRPr sz="1669" b="1">
                <a:solidFill>
                  <a:srgbClr val="A05E24"/>
                </a:solidFill>
                <a:latin typeface="DejaVu Sans"/>
                <a:ea typeface="DejaVu Sans"/>
                <a:cs typeface="DejaVu Sans"/>
              </a:defRPr>
            </a:lvl5pPr>
            <a:lvl6pPr algn="ctr">
              <a:defRPr sz="1669" b="1">
                <a:solidFill>
                  <a:srgbClr val="A05E24"/>
                </a:solidFill>
                <a:latin typeface="DejaVu Sans"/>
                <a:ea typeface="DejaVu Sans"/>
                <a:cs typeface="DejaVu Sans"/>
              </a:defRPr>
            </a:lvl6pPr>
            <a:lvl7pPr algn="ctr">
              <a:defRPr sz="1669" b="1">
                <a:solidFill>
                  <a:srgbClr val="A05E24"/>
                </a:solidFill>
                <a:latin typeface="DejaVu Sans"/>
                <a:ea typeface="DejaVu Sans"/>
                <a:cs typeface="DejaVu Sans"/>
              </a:defRPr>
            </a:lvl7pPr>
            <a:lvl8pPr algn="ctr">
              <a:defRPr sz="1669" b="1">
                <a:solidFill>
                  <a:srgbClr val="A05E24"/>
                </a:solidFill>
                <a:latin typeface="DejaVu Sans"/>
                <a:ea typeface="DejaVu Sans"/>
                <a:cs typeface="DejaVu Sans"/>
              </a:defRPr>
            </a:lvl8pPr>
            <a:lvl9pPr algn="ctr">
              <a:defRPr sz="1669" b="1">
                <a:solidFill>
                  <a:srgbClr val="A05E24"/>
                </a:solidFill>
                <a:latin typeface="DejaVu Sans"/>
                <a:ea typeface="DejaVu Sans"/>
                <a:cs typeface="DejaVu Sans"/>
              </a:defRPr>
            </a:lvl9pPr>
          </a:lstStyle>
          <a:p xmlns:a="http://schemas.openxmlformats.org/drawingml/2006/main">
            <a:pPr algn="ctr">
              <a:defRPr sz="1669" b="1">
                <a:solidFill>
                  <a:srgbClr val="A05E24"/>
                </a:solidFill>
                <a:latin typeface="DejaVu Sans"/>
                <a:ea typeface="DejaVu Sans"/>
                <a:cs typeface="DejaVu Sans"/>
              </a:defRPr>
            </a:pPr>
            <a:r>
              <a:rPr sz="1669" b="1">
                <a:solidFill>
                  <a:srgbClr val="A05E24"/>
                </a:solidFill>
                <a:latin typeface="DejaVu Sans"/>
                <a:ea typeface="DejaVu Sans"/>
                <a:cs typeface="DejaVu Sans"/>
              </a:rPr>
              <a:t>5</a:t>
            </a:r>
          </a:p>
        </p:txBody>
      </p:sp>
      <p:sp>
        <p:nvSpPr>
          <p:cNvPr id="17" name="text-16">
            <a:extLst xmlns:a="http://schemas.openxmlformats.org/drawingml/2006/main">
              <a:ext uri="{FF2B5EF4-FFF2-40B4-BE49-F238E27FC236}">
                <a16:creationId xmlns:a16="http://schemas.microsoft.com/office/drawing/2014/main" id="{13C1817F-77EE-435D-9E4B-82019C5CC379}"/>
              </a:ext>
            </a:extLst>
          </p:cNvPr>
          <p:cNvSpPr>
            <a:spLocks xmlns:a="http://schemas.openxmlformats.org/drawingml/2006/main" noGrp="1"/>
          </p:cNvSpPr>
          <p:nvPr/>
        </p:nvSpPr>
        <p:spPr>
          <a:xfrm xmlns:a="http://schemas.openxmlformats.org/drawingml/2006/main">
            <a:off x="3248978" y="3749707"/>
            <a:ext cx="296704" cy="296704"/>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69" b="1">
                <a:solidFill>
                  <a:srgbClr val="122D3B"/>
                </a:solidFill>
                <a:latin typeface="DejaVu Sans"/>
                <a:ea typeface="DejaVu Sans"/>
                <a:cs typeface="DejaVu Sans"/>
              </a:defRPr>
            </a:defPPr>
            <a:lvl1pPr algn="ctr">
              <a:defRPr sz="1669" b="1">
                <a:solidFill>
                  <a:srgbClr val="122D3B"/>
                </a:solidFill>
                <a:latin typeface="DejaVu Sans"/>
                <a:ea typeface="DejaVu Sans"/>
                <a:cs typeface="DejaVu Sans"/>
              </a:defRPr>
            </a:lvl1pPr>
            <a:lvl2pPr algn="ctr">
              <a:defRPr sz="1669" b="1">
                <a:solidFill>
                  <a:srgbClr val="122D3B"/>
                </a:solidFill>
                <a:latin typeface="DejaVu Sans"/>
                <a:ea typeface="DejaVu Sans"/>
                <a:cs typeface="DejaVu Sans"/>
              </a:defRPr>
            </a:lvl2pPr>
            <a:lvl3pPr algn="ctr">
              <a:defRPr sz="1669" b="1">
                <a:solidFill>
                  <a:srgbClr val="122D3B"/>
                </a:solidFill>
                <a:latin typeface="DejaVu Sans"/>
                <a:ea typeface="DejaVu Sans"/>
                <a:cs typeface="DejaVu Sans"/>
              </a:defRPr>
            </a:lvl3pPr>
            <a:lvl4pPr algn="ctr">
              <a:defRPr sz="1669" b="1">
                <a:solidFill>
                  <a:srgbClr val="122D3B"/>
                </a:solidFill>
                <a:latin typeface="DejaVu Sans"/>
                <a:ea typeface="DejaVu Sans"/>
                <a:cs typeface="DejaVu Sans"/>
              </a:defRPr>
            </a:lvl4pPr>
            <a:lvl5pPr algn="ctr">
              <a:defRPr sz="1669" b="1">
                <a:solidFill>
                  <a:srgbClr val="122D3B"/>
                </a:solidFill>
                <a:latin typeface="DejaVu Sans"/>
                <a:ea typeface="DejaVu Sans"/>
                <a:cs typeface="DejaVu Sans"/>
              </a:defRPr>
            </a:lvl5pPr>
            <a:lvl6pPr algn="ctr">
              <a:defRPr sz="1669" b="1">
                <a:solidFill>
                  <a:srgbClr val="122D3B"/>
                </a:solidFill>
                <a:latin typeface="DejaVu Sans"/>
                <a:ea typeface="DejaVu Sans"/>
                <a:cs typeface="DejaVu Sans"/>
              </a:defRPr>
            </a:lvl6pPr>
            <a:lvl7pPr algn="ctr">
              <a:defRPr sz="1669" b="1">
                <a:solidFill>
                  <a:srgbClr val="122D3B"/>
                </a:solidFill>
                <a:latin typeface="DejaVu Sans"/>
                <a:ea typeface="DejaVu Sans"/>
                <a:cs typeface="DejaVu Sans"/>
              </a:defRPr>
            </a:lvl7pPr>
            <a:lvl8pPr algn="ctr">
              <a:defRPr sz="1669" b="1">
                <a:solidFill>
                  <a:srgbClr val="122D3B"/>
                </a:solidFill>
                <a:latin typeface="DejaVu Sans"/>
                <a:ea typeface="DejaVu Sans"/>
                <a:cs typeface="DejaVu Sans"/>
              </a:defRPr>
            </a:lvl8pPr>
            <a:lvl9pPr algn="ctr">
              <a:defRPr sz="1669" b="1">
                <a:solidFill>
                  <a:srgbClr val="122D3B"/>
                </a:solidFill>
                <a:latin typeface="DejaVu Sans"/>
                <a:ea typeface="DejaVu Sans"/>
                <a:cs typeface="DejaVu Sans"/>
              </a:defRPr>
            </a:lvl9pPr>
          </a:lstStyle>
          <a:p xmlns:a="http://schemas.openxmlformats.org/drawingml/2006/main">
            <a:pPr algn="ctr">
              <a:defRPr sz="1669" b="1">
                <a:solidFill>
                  <a:srgbClr val="122D3B"/>
                </a:solidFill>
                <a:latin typeface="DejaVu Sans"/>
                <a:ea typeface="DejaVu Sans"/>
                <a:cs typeface="DejaVu Sans"/>
              </a:defRPr>
            </a:pPr>
            <a:r>
              <a:rPr sz="1669" b="1">
                <a:solidFill>
                  <a:srgbClr val="122D3B"/>
                </a:solidFill>
                <a:latin typeface="DejaVu Sans"/>
                <a:ea typeface="DejaVu Sans"/>
                <a:cs typeface="DejaVu Sans"/>
              </a:rPr>
              <a:t>8</a:t>
            </a:r>
          </a:p>
        </p:txBody>
      </p:sp>
      <p:sp>
        <p:nvSpPr>
          <p:cNvPr id="19" name="text-18">
            <a:extLst xmlns:a="http://schemas.openxmlformats.org/drawingml/2006/main">
              <a:ext uri="{FF2B5EF4-FFF2-40B4-BE49-F238E27FC236}">
                <a16:creationId xmlns:a16="http://schemas.microsoft.com/office/drawing/2014/main" id="{21F153A1-5E69-4105-9B46-20FACAB198C5}"/>
              </a:ext>
            </a:extLst>
          </p:cNvPr>
          <p:cNvSpPr>
            <a:spLocks xmlns:a="http://schemas.openxmlformats.org/drawingml/2006/main" noGrp="1"/>
          </p:cNvSpPr>
          <p:nvPr/>
        </p:nvSpPr>
        <p:spPr>
          <a:xfrm xmlns:a="http://schemas.openxmlformats.org/drawingml/2006/main">
            <a:off x="4690110" y="2978277"/>
            <a:ext cx="296704" cy="296704"/>
          </a:xfrm>
          <a:prstGeom xmlns:a="http://schemas.openxmlformats.org/drawingml/2006/main" prst="rect">
            <a:avLst/>
          </a:prstGeom>
          <a:solidFill xmlns:a="http://schemas.openxmlformats.org/drawingml/2006/main">
            <a:srgbClr val="F4F1E9"/>
          </a:soli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69" b="1">
                <a:solidFill>
                  <a:srgbClr val="A05E24"/>
                </a:solidFill>
                <a:latin typeface="DejaVu Sans"/>
                <a:ea typeface="DejaVu Sans"/>
                <a:cs typeface="DejaVu Sans"/>
              </a:defRPr>
            </a:defPPr>
            <a:lvl1pPr algn="ctr">
              <a:defRPr sz="1669" b="1">
                <a:solidFill>
                  <a:srgbClr val="A05E24"/>
                </a:solidFill>
                <a:latin typeface="DejaVu Sans"/>
                <a:ea typeface="DejaVu Sans"/>
                <a:cs typeface="DejaVu Sans"/>
              </a:defRPr>
            </a:lvl1pPr>
            <a:lvl2pPr algn="ctr">
              <a:defRPr sz="1669" b="1">
                <a:solidFill>
                  <a:srgbClr val="A05E24"/>
                </a:solidFill>
                <a:latin typeface="DejaVu Sans"/>
                <a:ea typeface="DejaVu Sans"/>
                <a:cs typeface="DejaVu Sans"/>
              </a:defRPr>
            </a:lvl2pPr>
            <a:lvl3pPr algn="ctr">
              <a:defRPr sz="1669" b="1">
                <a:solidFill>
                  <a:srgbClr val="A05E24"/>
                </a:solidFill>
                <a:latin typeface="DejaVu Sans"/>
                <a:ea typeface="DejaVu Sans"/>
                <a:cs typeface="DejaVu Sans"/>
              </a:defRPr>
            </a:lvl3pPr>
            <a:lvl4pPr algn="ctr">
              <a:defRPr sz="1669" b="1">
                <a:solidFill>
                  <a:srgbClr val="A05E24"/>
                </a:solidFill>
                <a:latin typeface="DejaVu Sans"/>
                <a:ea typeface="DejaVu Sans"/>
                <a:cs typeface="DejaVu Sans"/>
              </a:defRPr>
            </a:lvl4pPr>
            <a:lvl5pPr algn="ctr">
              <a:defRPr sz="1669" b="1">
                <a:solidFill>
                  <a:srgbClr val="A05E24"/>
                </a:solidFill>
                <a:latin typeface="DejaVu Sans"/>
                <a:ea typeface="DejaVu Sans"/>
                <a:cs typeface="DejaVu Sans"/>
              </a:defRPr>
            </a:lvl5pPr>
            <a:lvl6pPr algn="ctr">
              <a:defRPr sz="1669" b="1">
                <a:solidFill>
                  <a:srgbClr val="A05E24"/>
                </a:solidFill>
                <a:latin typeface="DejaVu Sans"/>
                <a:ea typeface="DejaVu Sans"/>
                <a:cs typeface="DejaVu Sans"/>
              </a:defRPr>
            </a:lvl6pPr>
            <a:lvl7pPr algn="ctr">
              <a:defRPr sz="1669" b="1">
                <a:solidFill>
                  <a:srgbClr val="A05E24"/>
                </a:solidFill>
                <a:latin typeface="DejaVu Sans"/>
                <a:ea typeface="DejaVu Sans"/>
                <a:cs typeface="DejaVu Sans"/>
              </a:defRPr>
            </a:lvl7pPr>
            <a:lvl8pPr algn="ctr">
              <a:defRPr sz="1669" b="1">
                <a:solidFill>
                  <a:srgbClr val="A05E24"/>
                </a:solidFill>
                <a:latin typeface="DejaVu Sans"/>
                <a:ea typeface="DejaVu Sans"/>
                <a:cs typeface="DejaVu Sans"/>
              </a:defRPr>
            </a:lvl8pPr>
            <a:lvl9pPr algn="ctr">
              <a:defRPr sz="1669" b="1">
                <a:solidFill>
                  <a:srgbClr val="A05E24"/>
                </a:solidFill>
                <a:latin typeface="DejaVu Sans"/>
                <a:ea typeface="DejaVu Sans"/>
                <a:cs typeface="DejaVu Sans"/>
              </a:defRPr>
            </a:lvl9pPr>
          </a:lstStyle>
          <a:p xmlns:a="http://schemas.openxmlformats.org/drawingml/2006/main">
            <a:pPr algn="ctr">
              <a:defRPr sz="1669" b="1">
                <a:solidFill>
                  <a:srgbClr val="A05E24"/>
                </a:solidFill>
                <a:latin typeface="DejaVu Sans"/>
                <a:ea typeface="DejaVu Sans"/>
                <a:cs typeface="DejaVu Sans"/>
              </a:defRPr>
            </a:pPr>
            <a:r>
              <a:rPr sz="1669" b="1">
                <a:solidFill>
                  <a:srgbClr val="A05E24"/>
                </a:solidFill>
                <a:latin typeface="DejaVu Sans"/>
                <a:ea typeface="DejaVu Sans"/>
                <a:cs typeface="DejaVu Sans"/>
              </a:rPr>
              <a:t>2</a:t>
            </a:r>
          </a:p>
        </p:txBody>
      </p:sp>
      <p:graphicFrame>
        <p:nvGraphicFramePr>
          <p:cNvPr id="20" name="">
            <a:extLst xmlns:a="http://schemas.openxmlformats.org/drawingml/2006/main">
              <a:ext uri="{FF2B5EF4-FFF2-40B4-BE49-F238E27FC236}">
                <a16:creationId xmlns:a16="http://schemas.microsoft.com/office/drawing/2014/main" id="{E20C2B14-45E5-4CBD-958A-A6961E3FB5D2}"/>
              </a:ext>
            </a:extLst>
          </p:cNvPr>
          <p:cNvGraphicFramePr/>
          <p:nvPr/>
        </p:nvGraphicFramePr>
        <p:xfrm>
          <a:off xmlns:a="http://schemas.openxmlformats.org/drawingml/2006/main" x="6953250" y="1609725"/>
          <a:ext xmlns:a="http://schemas.openxmlformats.org/drawingml/2006/main" cx="6048375" cy="4143375"/>
        </p:xfrm>
        <a:graphic xmlns:a="http://schemas.openxmlformats.org/drawingml/2006/main">
          <a:graphicData uri="http://schemas.openxmlformats.org/drawingml/2006/table">
            <a:tbl>
              <a:tblPr firstRow="1" bandRow="0"/>
              <a:tblGrid>
                <a:gridCol w="1762125"/>
                <a:gridCol w="2190750"/>
                <a:gridCol w="2095500"/>
              </a:tblGrid>
              <a:tr h="591911">
                <a:tc>
                  <a:txBody>
                    <a:bodyPr lIns="123825" tIns="104775" rIns="123825" bIns="104775"/>
                    <a:lstStyle/>
                    <a:p>
                      <a:pPr algn="l"/>
                      <a:r>
                        <a:rPr sz="1725" b="1">
                          <a:solidFill>
                            <a:srgbClr val="F8FAF8"/>
                          </a:solidFill>
                          <a:latin typeface="DejaVu Sans"/>
                          <a:ea typeface="DejaVu Sans"/>
                          <a:cs typeface="DejaVu Sans"/>
                        </a:rPr>
                        <a:t>Popped state</a:t>
                      </a:r>
                    </a:p>
                  </a:txBody>
                  <a:tcPr marL="91440" marR="91440" marT="45720" marB="45720" anchor="ctr">
                    <a:lnL w="6668">
                      <a:solidFill>
                        <a:srgbClr val="CBD7D8"/>
                      </a:solidFill>
                      <a:prstDash val="solid"/>
                    </a:lnL>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725" b="1">
                          <a:solidFill>
                            <a:srgbClr val="F8FAF8"/>
                          </a:solidFill>
                          <a:latin typeface="DejaVu Sans"/>
                          <a:ea typeface="DejaVu Sans"/>
                          <a:cs typeface="DejaVu Sans"/>
                        </a:rPr>
                        <a:t>Relaxation</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725" b="1">
                          <a:solidFill>
                            <a:srgbClr val="F8FAF8"/>
                          </a:solidFill>
                          <a:latin typeface="DejaVu Sans"/>
                          <a:ea typeface="DejaVu Sans"/>
                          <a:cs typeface="DejaVu Sans"/>
                        </a:rPr>
                        <a:t>Best known state</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r>
              <a:tr h="591911">
                <a:tc>
                  <a:txBody>
                    <a:bodyPr lIns="123825" tIns="104775" rIns="123825" bIns="104775"/>
                    <a:lstStyle/>
                    <a:p>
                      <a:pPr algn="l"/>
                      <a:r>
                        <a:rPr sz="1725" b="0">
                          <a:solidFill>
                            <a:srgbClr val="233B45"/>
                          </a:solidFill>
                          <a:latin typeface="DejaVu Sans"/>
                          <a:ea typeface="DejaVu Sans"/>
                          <a:cs typeface="DejaVu Sans"/>
                        </a:rPr>
                        <a:t>A, cost 0</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B = 4, C = 2</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A0, B4, C2</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591911">
                <a:tc>
                  <a:txBody>
                    <a:bodyPr lIns="123825" tIns="104775" rIns="123825" bIns="104775"/>
                    <a:lstStyle/>
                    <a:p>
                      <a:pPr algn="l"/>
                      <a:r>
                        <a:rPr sz="1725" b="0">
                          <a:solidFill>
                            <a:srgbClr val="233B45"/>
                          </a:solidFill>
                          <a:latin typeface="DejaVu Sans"/>
                          <a:ea typeface="DejaVu Sans"/>
                          <a:cs typeface="DejaVu Sans"/>
                        </a:rPr>
                        <a:t>C, cost 2</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B = 3, D = 10</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B3, C2, D10</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r h="591911">
                <a:tc>
                  <a:txBody>
                    <a:bodyPr lIns="123825" tIns="104775" rIns="123825" bIns="104775"/>
                    <a:lstStyle/>
                    <a:p>
                      <a:pPr algn="l"/>
                      <a:r>
                        <a:rPr sz="1725" b="0">
                          <a:solidFill>
                            <a:srgbClr val="233B45"/>
                          </a:solidFill>
                          <a:latin typeface="DejaVu Sans"/>
                          <a:ea typeface="DejaVu Sans"/>
                          <a:cs typeface="DejaVu Sans"/>
                        </a:rPr>
                        <a:t>B, cost 3</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D = 8</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D8</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591911">
                <a:tc>
                  <a:txBody>
                    <a:bodyPr lIns="123825" tIns="104775" rIns="123825" bIns="104775"/>
                    <a:lstStyle/>
                    <a:p>
                      <a:pPr algn="l"/>
                      <a:r>
                        <a:rPr sz="1725" b="0">
                          <a:solidFill>
                            <a:srgbClr val="233B45"/>
                          </a:solidFill>
                          <a:latin typeface="DejaVu Sans"/>
                          <a:ea typeface="DejaVu Sans"/>
                          <a:cs typeface="DejaVu Sans"/>
                        </a:rPr>
                        <a:t>Old B, cost 4</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Skip stale rank</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No change</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r h="591911">
                <a:tc>
                  <a:txBody>
                    <a:bodyPr lIns="123825" tIns="104775" rIns="123825" bIns="104775"/>
                    <a:lstStyle/>
                    <a:p>
                      <a:pPr algn="l"/>
                      <a:r>
                        <a:rPr sz="1725" b="0">
                          <a:solidFill>
                            <a:srgbClr val="233B45"/>
                          </a:solidFill>
                          <a:latin typeface="DejaVu Sans"/>
                          <a:ea typeface="DejaVu Sans"/>
                          <a:cs typeface="DejaVu Sans"/>
                        </a:rPr>
                        <a:t>D, cost 8</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E = 10</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E10</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591911">
                <a:tc>
                  <a:txBody>
                    <a:bodyPr lIns="123825" tIns="104775" rIns="123825" bIns="104775"/>
                    <a:lstStyle/>
                    <a:p>
                      <a:pPr algn="l"/>
                      <a:r>
                        <a:rPr sz="1725" b="0">
                          <a:solidFill>
                            <a:srgbClr val="233B45"/>
                          </a:solidFill>
                          <a:latin typeface="DejaVu Sans"/>
                          <a:ea typeface="DejaVu Sans"/>
                          <a:cs typeface="DejaVu Sans"/>
                        </a:rPr>
                        <a:t>E, cost 10</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Target candidate</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Final cost 10</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bl>
          </a:graphicData>
        </a:graphic>
      </p:graphicFrame>
      <p:sp>
        <p:nvSpPr>
          <p:cNvPr id="21" name="text-19">
            <a:extLst xmlns:a="http://schemas.openxmlformats.org/drawingml/2006/main">
              <a:ext uri="{FF2B5EF4-FFF2-40B4-BE49-F238E27FC236}">
                <a16:creationId xmlns:a16="http://schemas.microsoft.com/office/drawing/2014/main" id="{E07F2FC4-CAA0-4B49-8788-C7B237DB9561}"/>
              </a:ext>
            </a:extLst>
          </p:cNvPr>
          <p:cNvSpPr>
            <a:spLocks xmlns:a="http://schemas.openxmlformats.org/drawingml/2006/main" noGrp="1"/>
          </p:cNvSpPr>
          <p:nvPr/>
        </p:nvSpPr>
        <p:spPr>
          <a:xfrm xmlns:a="http://schemas.openxmlformats.org/drawingml/2006/main">
            <a:off x="752475" y="5248275"/>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Selected path</a:t>
            </a:r>
          </a:p>
        </p:txBody>
      </p:sp>
      <p:sp>
        <p:nvSpPr>
          <p:cNvPr id="22" name="text-20">
            <a:extLst xmlns:a="http://schemas.openxmlformats.org/drawingml/2006/main">
              <a:ext uri="{FF2B5EF4-FFF2-40B4-BE49-F238E27FC236}">
                <a16:creationId xmlns:a16="http://schemas.microsoft.com/office/drawing/2014/main" id="{5B594BBD-7592-442E-ACC0-C77E7B7595CD}"/>
              </a:ext>
            </a:extLst>
          </p:cNvPr>
          <p:cNvSpPr>
            <a:spLocks xmlns:a="http://schemas.openxmlformats.org/drawingml/2006/main" noGrp="1"/>
          </p:cNvSpPr>
          <p:nvPr/>
        </p:nvSpPr>
        <p:spPr>
          <a:xfrm xmlns:a="http://schemas.openxmlformats.org/drawingml/2006/main">
            <a:off x="752475" y="5753100"/>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122D3B"/>
                </a:solidFill>
                <a:latin typeface="DejaVu Sans Mono"/>
                <a:ea typeface="DejaVu Sans Mono"/>
                <a:cs typeface="DejaVu Sans Mono"/>
              </a:defRPr>
            </a:defPPr>
            <a:lvl1pPr algn="l">
              <a:defRPr sz="2475" b="0">
                <a:solidFill>
                  <a:srgbClr val="122D3B"/>
                </a:solidFill>
                <a:latin typeface="DejaVu Sans Mono"/>
                <a:ea typeface="DejaVu Sans Mono"/>
                <a:cs typeface="DejaVu Sans Mono"/>
              </a:defRPr>
            </a:lvl1pPr>
            <a:lvl2pPr algn="l">
              <a:defRPr sz="2475" b="0">
                <a:solidFill>
                  <a:srgbClr val="122D3B"/>
                </a:solidFill>
                <a:latin typeface="DejaVu Sans Mono"/>
                <a:ea typeface="DejaVu Sans Mono"/>
                <a:cs typeface="DejaVu Sans Mono"/>
              </a:defRPr>
            </a:lvl2pPr>
            <a:lvl3pPr algn="l">
              <a:defRPr sz="2475" b="0">
                <a:solidFill>
                  <a:srgbClr val="122D3B"/>
                </a:solidFill>
                <a:latin typeface="DejaVu Sans Mono"/>
                <a:ea typeface="DejaVu Sans Mono"/>
                <a:cs typeface="DejaVu Sans Mono"/>
              </a:defRPr>
            </a:lvl3pPr>
            <a:lvl4pPr algn="l">
              <a:defRPr sz="2475" b="0">
                <a:solidFill>
                  <a:srgbClr val="122D3B"/>
                </a:solidFill>
                <a:latin typeface="DejaVu Sans Mono"/>
                <a:ea typeface="DejaVu Sans Mono"/>
                <a:cs typeface="DejaVu Sans Mono"/>
              </a:defRPr>
            </a:lvl4pPr>
            <a:lvl5pPr algn="l">
              <a:defRPr sz="2475" b="0">
                <a:solidFill>
                  <a:srgbClr val="122D3B"/>
                </a:solidFill>
                <a:latin typeface="DejaVu Sans Mono"/>
                <a:ea typeface="DejaVu Sans Mono"/>
                <a:cs typeface="DejaVu Sans Mono"/>
              </a:defRPr>
            </a:lvl5pPr>
            <a:lvl6pPr algn="l">
              <a:defRPr sz="2475" b="0">
                <a:solidFill>
                  <a:srgbClr val="122D3B"/>
                </a:solidFill>
                <a:latin typeface="DejaVu Sans Mono"/>
                <a:ea typeface="DejaVu Sans Mono"/>
                <a:cs typeface="DejaVu Sans Mono"/>
              </a:defRPr>
            </a:lvl6pPr>
            <a:lvl7pPr algn="l">
              <a:defRPr sz="2475" b="0">
                <a:solidFill>
                  <a:srgbClr val="122D3B"/>
                </a:solidFill>
                <a:latin typeface="DejaVu Sans Mono"/>
                <a:ea typeface="DejaVu Sans Mono"/>
                <a:cs typeface="DejaVu Sans Mono"/>
              </a:defRPr>
            </a:lvl7pPr>
            <a:lvl8pPr algn="l">
              <a:defRPr sz="2475" b="0">
                <a:solidFill>
                  <a:srgbClr val="122D3B"/>
                </a:solidFill>
                <a:latin typeface="DejaVu Sans Mono"/>
                <a:ea typeface="DejaVu Sans Mono"/>
                <a:cs typeface="DejaVu Sans Mono"/>
              </a:defRPr>
            </a:lvl8pPr>
            <a:lvl9pPr algn="l">
              <a:defRPr sz="2475" b="0">
                <a:solidFill>
                  <a:srgbClr val="122D3B"/>
                </a:solidFill>
                <a:latin typeface="DejaVu Sans Mono"/>
                <a:ea typeface="DejaVu Sans Mono"/>
                <a:cs typeface="DejaVu Sans Mono"/>
              </a:defRPr>
            </a:lvl9pPr>
          </a:lstStyle>
          <a:p xmlns:a="http://schemas.openxmlformats.org/drawingml/2006/main">
            <a:pPr algn="l">
              <a:defRPr sz="2475" b="0">
                <a:solidFill>
                  <a:srgbClr val="122D3B"/>
                </a:solidFill>
                <a:latin typeface="DejaVu Sans Mono"/>
                <a:ea typeface="DejaVu Sans Mono"/>
                <a:cs typeface="DejaVu Sans Mono"/>
              </a:defRPr>
            </a:pPr>
            <a:r>
              <a:rPr sz="2475" b="0">
                <a:solidFill>
                  <a:srgbClr val="122D3B"/>
                </a:solidFill>
                <a:latin typeface="DejaVu Sans Mono"/>
                <a:ea typeface="DejaVu Sans Mono"/>
                <a:cs typeface="DejaVu Sans Mono"/>
              </a:rPr>
              <a:t>A → C → B → D → E</a:t>
            </a:r>
          </a:p>
        </p:txBody>
      </p:sp>
      <p:sp>
        <p:nvSpPr>
          <p:cNvPr id="23" name="text-21">
            <a:extLst xmlns:a="http://schemas.openxmlformats.org/drawingml/2006/main">
              <a:ext uri="{FF2B5EF4-FFF2-40B4-BE49-F238E27FC236}">
                <a16:creationId xmlns:a16="http://schemas.microsoft.com/office/drawing/2014/main" id="{EF97E42A-D8A5-4BE6-B220-3CA745BD5E55}"/>
              </a:ext>
            </a:extLst>
          </p:cNvPr>
          <p:cNvSpPr>
            <a:spLocks xmlns:a="http://schemas.openxmlformats.org/drawingml/2006/main" noGrp="1"/>
          </p:cNvSpPr>
          <p:nvPr/>
        </p:nvSpPr>
        <p:spPr>
          <a:xfrm xmlns:a="http://schemas.openxmlformats.org/drawingml/2006/main">
            <a:off x="762000" y="6343650"/>
            <a:ext cx="600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9C5C22"/>
                </a:solidFill>
                <a:latin typeface="DejaVu Sans"/>
                <a:ea typeface="DejaVu Sans"/>
                <a:cs typeface="DejaVu Sans"/>
              </a:defRPr>
            </a:defPPr>
            <a:lvl1pPr algn="l">
              <a:defRPr sz="2175" b="1">
                <a:solidFill>
                  <a:srgbClr val="9C5C22"/>
                </a:solidFill>
                <a:latin typeface="DejaVu Sans"/>
                <a:ea typeface="DejaVu Sans"/>
                <a:cs typeface="DejaVu Sans"/>
              </a:defRPr>
            </a:lvl1pPr>
            <a:lvl2pPr algn="l">
              <a:defRPr sz="2175" b="1">
                <a:solidFill>
                  <a:srgbClr val="9C5C22"/>
                </a:solidFill>
                <a:latin typeface="DejaVu Sans"/>
                <a:ea typeface="DejaVu Sans"/>
                <a:cs typeface="DejaVu Sans"/>
              </a:defRPr>
            </a:lvl2pPr>
            <a:lvl3pPr algn="l">
              <a:defRPr sz="2175" b="1">
                <a:solidFill>
                  <a:srgbClr val="9C5C22"/>
                </a:solidFill>
                <a:latin typeface="DejaVu Sans"/>
                <a:ea typeface="DejaVu Sans"/>
                <a:cs typeface="DejaVu Sans"/>
              </a:defRPr>
            </a:lvl3pPr>
            <a:lvl4pPr algn="l">
              <a:defRPr sz="2175" b="1">
                <a:solidFill>
                  <a:srgbClr val="9C5C22"/>
                </a:solidFill>
                <a:latin typeface="DejaVu Sans"/>
                <a:ea typeface="DejaVu Sans"/>
                <a:cs typeface="DejaVu Sans"/>
              </a:defRPr>
            </a:lvl4pPr>
            <a:lvl5pPr algn="l">
              <a:defRPr sz="2175" b="1">
                <a:solidFill>
                  <a:srgbClr val="9C5C22"/>
                </a:solidFill>
                <a:latin typeface="DejaVu Sans"/>
                <a:ea typeface="DejaVu Sans"/>
                <a:cs typeface="DejaVu Sans"/>
              </a:defRPr>
            </a:lvl5pPr>
            <a:lvl6pPr algn="l">
              <a:defRPr sz="2175" b="1">
                <a:solidFill>
                  <a:srgbClr val="9C5C22"/>
                </a:solidFill>
                <a:latin typeface="DejaVu Sans"/>
                <a:ea typeface="DejaVu Sans"/>
                <a:cs typeface="DejaVu Sans"/>
              </a:defRPr>
            </a:lvl6pPr>
            <a:lvl7pPr algn="l">
              <a:defRPr sz="2175" b="1">
                <a:solidFill>
                  <a:srgbClr val="9C5C22"/>
                </a:solidFill>
                <a:latin typeface="DejaVu Sans"/>
                <a:ea typeface="DejaVu Sans"/>
                <a:cs typeface="DejaVu Sans"/>
              </a:defRPr>
            </a:lvl7pPr>
            <a:lvl8pPr algn="l">
              <a:defRPr sz="2175" b="1">
                <a:solidFill>
                  <a:srgbClr val="9C5C22"/>
                </a:solidFill>
                <a:latin typeface="DejaVu Sans"/>
                <a:ea typeface="DejaVu Sans"/>
                <a:cs typeface="DejaVu Sans"/>
              </a:defRPr>
            </a:lvl8pPr>
            <a:lvl9pPr algn="l">
              <a:defRPr sz="2175" b="1">
                <a:solidFill>
                  <a:srgbClr val="9C5C22"/>
                </a:solidFill>
                <a:latin typeface="DejaVu Sans"/>
                <a:ea typeface="DejaVu Sans"/>
                <a:cs typeface="DejaVu Sans"/>
              </a:defRPr>
            </a:lvl9pPr>
          </a:lstStyle>
          <a:p xmlns:a="http://schemas.openxmlformats.org/drawingml/2006/main">
            <a:pPr algn="l">
              <a:defRPr sz="2175" b="1">
                <a:solidFill>
                  <a:srgbClr val="9C5C22"/>
                </a:solidFill>
                <a:latin typeface="DejaVu Sans"/>
                <a:ea typeface="DejaVu Sans"/>
                <a:cs typeface="DejaVu Sans"/>
              </a:defRPr>
            </a:pPr>
            <a:r>
              <a:rPr sz="2175" b="1">
                <a:solidFill>
                  <a:srgbClr val="9C5C22"/>
                </a:solidFill>
                <a:latin typeface="DejaVu Sans"/>
                <a:ea typeface="DejaVu Sans"/>
                <a:cs typeface="DejaVu Sans"/>
              </a:rPr>
              <a:t>2 + 1 + 5 + 2 = 10 cost units</a:t>
            </a:r>
          </a:p>
        </p:txBody>
      </p:sp>
      <p:sp>
        <p:nvSpPr>
          <p:cNvPr id="24" name="text-22">
            <a:extLst xmlns:a="http://schemas.openxmlformats.org/drawingml/2006/main">
              <a:ext uri="{FF2B5EF4-FFF2-40B4-BE49-F238E27FC236}">
                <a16:creationId xmlns:a16="http://schemas.microsoft.com/office/drawing/2014/main" id="{BC29A376-6BC0-48D1-A834-8D98132F4C90}"/>
              </a:ext>
            </a:extLst>
          </p:cNvPr>
          <p:cNvSpPr>
            <a:spLocks xmlns:a="http://schemas.openxmlformats.org/drawingml/2006/main" noGrp="1"/>
          </p:cNvSpPr>
          <p:nvPr/>
        </p:nvSpPr>
        <p:spPr>
          <a:xfrm xmlns:a="http://schemas.openxmlformats.org/drawingml/2006/main">
            <a:off x="7181850" y="60579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Predecessor chain</a:t>
            </a:r>
          </a:p>
        </p:txBody>
      </p:sp>
      <p:sp>
        <p:nvSpPr>
          <p:cNvPr id="25" name="text-23">
            <a:extLst xmlns:a="http://schemas.openxmlformats.org/drawingml/2006/main">
              <a:ext uri="{FF2B5EF4-FFF2-40B4-BE49-F238E27FC236}">
                <a16:creationId xmlns:a16="http://schemas.microsoft.com/office/drawing/2014/main" id="{B876C26F-EE46-49CD-9206-56075A5B1427}"/>
              </a:ext>
            </a:extLst>
          </p:cNvPr>
          <p:cNvSpPr>
            <a:spLocks xmlns:a="http://schemas.openxmlformats.org/drawingml/2006/main" noGrp="1"/>
          </p:cNvSpPr>
          <p:nvPr/>
        </p:nvSpPr>
        <p:spPr>
          <a:xfrm xmlns:a="http://schemas.openxmlformats.org/drawingml/2006/main">
            <a:off x="7181850" y="6572250"/>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22D3B"/>
                </a:solidFill>
                <a:latin typeface="DejaVu Sans Mono"/>
                <a:ea typeface="DejaVu Sans Mono"/>
                <a:cs typeface="DejaVu Sans Mono"/>
              </a:defRPr>
            </a:defPPr>
            <a:lvl1pPr algn="l">
              <a:defRPr sz="2100" b="0">
                <a:solidFill>
                  <a:srgbClr val="122D3B"/>
                </a:solidFill>
                <a:latin typeface="DejaVu Sans Mono"/>
                <a:ea typeface="DejaVu Sans Mono"/>
                <a:cs typeface="DejaVu Sans Mono"/>
              </a:defRPr>
            </a:lvl1pPr>
            <a:lvl2pPr algn="l">
              <a:defRPr sz="2100" b="0">
                <a:solidFill>
                  <a:srgbClr val="122D3B"/>
                </a:solidFill>
                <a:latin typeface="DejaVu Sans Mono"/>
                <a:ea typeface="DejaVu Sans Mono"/>
                <a:cs typeface="DejaVu Sans Mono"/>
              </a:defRPr>
            </a:lvl2pPr>
            <a:lvl3pPr algn="l">
              <a:defRPr sz="2100" b="0">
                <a:solidFill>
                  <a:srgbClr val="122D3B"/>
                </a:solidFill>
                <a:latin typeface="DejaVu Sans Mono"/>
                <a:ea typeface="DejaVu Sans Mono"/>
                <a:cs typeface="DejaVu Sans Mono"/>
              </a:defRPr>
            </a:lvl3pPr>
            <a:lvl4pPr algn="l">
              <a:defRPr sz="2100" b="0">
                <a:solidFill>
                  <a:srgbClr val="122D3B"/>
                </a:solidFill>
                <a:latin typeface="DejaVu Sans Mono"/>
                <a:ea typeface="DejaVu Sans Mono"/>
                <a:cs typeface="DejaVu Sans Mono"/>
              </a:defRPr>
            </a:lvl4pPr>
            <a:lvl5pPr algn="l">
              <a:defRPr sz="2100" b="0">
                <a:solidFill>
                  <a:srgbClr val="122D3B"/>
                </a:solidFill>
                <a:latin typeface="DejaVu Sans Mono"/>
                <a:ea typeface="DejaVu Sans Mono"/>
                <a:cs typeface="DejaVu Sans Mono"/>
              </a:defRPr>
            </a:lvl5pPr>
            <a:lvl6pPr algn="l">
              <a:defRPr sz="2100" b="0">
                <a:solidFill>
                  <a:srgbClr val="122D3B"/>
                </a:solidFill>
                <a:latin typeface="DejaVu Sans Mono"/>
                <a:ea typeface="DejaVu Sans Mono"/>
                <a:cs typeface="DejaVu Sans Mono"/>
              </a:defRPr>
            </a:lvl6pPr>
            <a:lvl7pPr algn="l">
              <a:defRPr sz="2100" b="0">
                <a:solidFill>
                  <a:srgbClr val="122D3B"/>
                </a:solidFill>
                <a:latin typeface="DejaVu Sans Mono"/>
                <a:ea typeface="DejaVu Sans Mono"/>
                <a:cs typeface="DejaVu Sans Mono"/>
              </a:defRPr>
            </a:lvl7pPr>
            <a:lvl8pPr algn="l">
              <a:defRPr sz="2100" b="0">
                <a:solidFill>
                  <a:srgbClr val="122D3B"/>
                </a:solidFill>
                <a:latin typeface="DejaVu Sans Mono"/>
                <a:ea typeface="DejaVu Sans Mono"/>
                <a:cs typeface="DejaVu Sans Mono"/>
              </a:defRPr>
            </a:lvl8pPr>
            <a:lvl9pPr algn="l">
              <a:defRPr sz="2100" b="0">
                <a:solidFill>
                  <a:srgbClr val="122D3B"/>
                </a:solidFill>
                <a:latin typeface="DejaVu Sans Mono"/>
                <a:ea typeface="DejaVu Sans Mono"/>
                <a:cs typeface="DejaVu Sans Mono"/>
              </a:defRPr>
            </a:lvl9pPr>
          </a:lstStyle>
          <a:p xmlns:a="http://schemas.openxmlformats.org/drawingml/2006/main">
            <a:pPr algn="l">
              <a:defRPr sz="2100" b="0">
                <a:solidFill>
                  <a:srgbClr val="122D3B"/>
                </a:solidFill>
                <a:latin typeface="DejaVu Sans Mono"/>
                <a:ea typeface="DejaVu Sans Mono"/>
                <a:cs typeface="DejaVu Sans Mono"/>
              </a:defRPr>
            </a:pPr>
            <a:r>
              <a:rPr sz="2100" b="0">
                <a:solidFill>
                  <a:srgbClr val="122D3B"/>
                </a:solidFill>
                <a:latin typeface="DejaVu Sans Mono"/>
                <a:ea typeface="DejaVu Sans Mono"/>
                <a:cs typeface="DejaVu Sans Mono"/>
              </a:rPr>
              <a:t>E ← D ← B ← C ← A</a:t>
            </a:r>
          </a:p>
        </p:txBody>
      </p:sp>
    </p:spTree>
    <p:extLst>
      <p:ext uri="{BB962C8B-B14F-4D97-AF65-F5344CB8AC3E}">
        <p14:creationId xmlns:p14="http://schemas.microsoft.com/office/powerpoint/2010/main" val="432538097"/>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A32AC470-683D-4FF8-8159-4F829F016A0C}"/>
              </a:ext>
            </a:extLst>
          </p:cNvPr>
          <p:cNvCxnSpPr>
            <a:stCxn xmlns:a="http://schemas.openxmlformats.org/drawingml/2006/main" id="4" idx="2"/>
            <a:endCxn xmlns:a="http://schemas.openxmlformats.org/drawingml/2006/main" id="6" idx="0"/>
          </p:cNvCxnSpPr>
          <p:nvPr/>
        </p:nvCxnSpPr>
        <p:spPr>
          <a:xfrm xmlns:a="http://schemas.openxmlformats.org/drawingml/2006/main">
            <a:off x="3438525" y="2790825"/>
            <a:ext cx="1695450" cy="704850"/>
          </a:xfrm>
          <a:prstGeom xmlns:a="http://schemas.openxmlformats.org/drawingml/2006/main" prst="straightConnector1">
            <a:avLst/>
          </a:prstGeom>
          <a:ln xmlns:a="http://schemas.openxmlformats.org/drawingml/2006/main" w="23813">
            <a:solidFill>
              <a:srgbClr val="5B7075"/>
            </a:solidFill>
            <a:prstDash val="solid"/>
            <a:headEnd type="none" w="med" len="med"/>
            <a:tailEnd type="none" w="med" len="med"/>
          </a:ln>
        </p:spPr>
      </p:cxnSp>
      <p:cxnSp>
        <p:nvCxnSpPr>
          <p:cNvPr id="7" name="">
            <a:extLst xmlns:a="http://schemas.openxmlformats.org/drawingml/2006/main">
              <a:ext uri="{FF2B5EF4-FFF2-40B4-BE49-F238E27FC236}">
                <a16:creationId xmlns:a16="http://schemas.microsoft.com/office/drawing/2014/main" id="{DAC360F8-96D1-4EC0-8BA4-F3F320BCE346}"/>
              </a:ext>
            </a:extLst>
          </p:cNvPr>
          <p:cNvCxnSpPr>
            <a:stCxn xmlns:a="http://schemas.openxmlformats.org/drawingml/2006/main" id="4" idx="2"/>
            <a:endCxn xmlns:a="http://schemas.openxmlformats.org/drawingml/2006/main" id="5" idx="0"/>
          </p:cNvCxnSpPr>
          <p:nvPr/>
        </p:nvCxnSpPr>
        <p:spPr>
          <a:xfrm xmlns:a="http://schemas.openxmlformats.org/drawingml/2006/main" flipH="1">
            <a:off x="1847850" y="2790825"/>
            <a:ext cx="1590675" cy="704850"/>
          </a:xfrm>
          <a:prstGeom xmlns:a="http://schemas.openxmlformats.org/drawingml/2006/main" prst="straightConnector1">
            <a:avLst/>
          </a:prstGeom>
          <a:ln xmlns:a="http://schemas.openxmlformats.org/drawingml/2006/main" w="23813">
            <a:solidFill>
              <a:srgbClr val="5B7075"/>
            </a:solidFill>
            <a:prstDash val="solid"/>
            <a:headEnd type="none" w="med" len="med"/>
            <a:tailEnd type="none" w="med" len="med"/>
          </a:ln>
        </p:spPr>
      </p:cxnSp>
      <p:sp>
        <p:nvSpPr>
          <p:cNvPr id="15" name="text-0">
            <a:extLst xmlns:a="http://schemas.openxmlformats.org/drawingml/2006/main">
              <a:ext uri="{FF2B5EF4-FFF2-40B4-BE49-F238E27FC236}">
                <a16:creationId xmlns:a16="http://schemas.microsoft.com/office/drawing/2014/main" id="{55743696-AE81-45B6-B361-DEA84A55AFA5}"/>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Heap representation and route reconstruction</a:t>
            </a:r>
          </a:p>
        </p:txBody>
      </p:sp>
      <p:sp>
        <p:nvSpPr>
          <p:cNvPr id="2" name="text-1">
            <a:extLst xmlns:a="http://schemas.openxmlformats.org/drawingml/2006/main">
              <a:ext uri="{FF2B5EF4-FFF2-40B4-BE49-F238E27FC236}">
                <a16:creationId xmlns:a16="http://schemas.microsoft.com/office/drawing/2014/main" id="{72C84968-6528-4320-8155-F46B92338A99}"/>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06</a:t>
            </a:r>
          </a:p>
        </p:txBody>
      </p:sp>
      <p:sp>
        <p:nvSpPr>
          <p:cNvPr id="3" name="text-2">
            <a:extLst xmlns:a="http://schemas.openxmlformats.org/drawingml/2006/main">
              <a:ext uri="{FF2B5EF4-FFF2-40B4-BE49-F238E27FC236}">
                <a16:creationId xmlns:a16="http://schemas.microsoft.com/office/drawing/2014/main" id="{B7EB83A2-6F17-4EA0-900B-4ED6B979A98D}"/>
              </a:ext>
            </a:extLst>
          </p:cNvPr>
          <p:cNvSpPr>
            <a:spLocks xmlns:a="http://schemas.openxmlformats.org/drawingml/2006/main" noGrp="1"/>
          </p:cNvSpPr>
          <p:nvPr/>
        </p:nvSpPr>
        <p:spPr>
          <a:xfrm xmlns:a="http://schemas.openxmlformats.org/drawingml/2006/main">
            <a:off x="723900" y="1524000"/>
            <a:ext cx="633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Binary min-heap after expanding C</a:t>
            </a:r>
          </a:p>
        </p:txBody>
      </p:sp>
      <p:sp>
        <p:nvSpPr>
          <p:cNvPr id="4" name="diagram-B, cost 3">
            <a:extLst xmlns:a="http://schemas.openxmlformats.org/drawingml/2006/main">
              <a:ext uri="{FF2B5EF4-FFF2-40B4-BE49-F238E27FC236}">
                <a16:creationId xmlns:a16="http://schemas.microsoft.com/office/drawing/2014/main" id="{560A77FF-B14C-4934-9FE5-BBC393718E71}"/>
              </a:ext>
            </a:extLst>
          </p:cNvPr>
          <p:cNvSpPr>
            <a:spLocks xmlns:a="http://schemas.openxmlformats.org/drawingml/2006/main" noGrp="1"/>
          </p:cNvSpPr>
          <p:nvPr/>
        </p:nvSpPr>
        <p:spPr>
          <a:xfrm xmlns:a="http://schemas.openxmlformats.org/drawingml/2006/main">
            <a:off x="2438400" y="2152650"/>
            <a:ext cx="2000250" cy="638175"/>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B, cost 3</a:t>
            </a:r>
          </a:p>
        </p:txBody>
      </p:sp>
      <p:sp>
        <p:nvSpPr>
          <p:cNvPr id="5" name="diagram-B, cost 4">
            <a:extLst xmlns:a="http://schemas.openxmlformats.org/drawingml/2006/main">
              <a:ext uri="{FF2B5EF4-FFF2-40B4-BE49-F238E27FC236}">
                <a16:creationId xmlns:a16="http://schemas.microsoft.com/office/drawing/2014/main" id="{4C83F0FA-6602-4D2B-9B7B-19C2CE2FDAE3}"/>
              </a:ext>
            </a:extLst>
          </p:cNvPr>
          <p:cNvSpPr>
            <a:spLocks xmlns:a="http://schemas.openxmlformats.org/drawingml/2006/main" noGrp="1"/>
          </p:cNvSpPr>
          <p:nvPr/>
        </p:nvSpPr>
        <p:spPr>
          <a:xfrm xmlns:a="http://schemas.openxmlformats.org/drawingml/2006/main">
            <a:off x="847725" y="3495675"/>
            <a:ext cx="2000250" cy="638175"/>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B, cost 4</a:t>
            </a:r>
          </a:p>
        </p:txBody>
      </p:sp>
      <p:sp>
        <p:nvSpPr>
          <p:cNvPr id="6" name="diagram-D, cost 10">
            <a:extLst xmlns:a="http://schemas.openxmlformats.org/drawingml/2006/main">
              <a:ext uri="{FF2B5EF4-FFF2-40B4-BE49-F238E27FC236}">
                <a16:creationId xmlns:a16="http://schemas.microsoft.com/office/drawing/2014/main" id="{450DCD1B-D560-40CC-ABD6-BF09E9F2301E}"/>
              </a:ext>
            </a:extLst>
          </p:cNvPr>
          <p:cNvSpPr>
            <a:spLocks xmlns:a="http://schemas.openxmlformats.org/drawingml/2006/main" noGrp="1"/>
          </p:cNvSpPr>
          <p:nvPr/>
        </p:nvSpPr>
        <p:spPr>
          <a:xfrm xmlns:a="http://schemas.openxmlformats.org/drawingml/2006/main">
            <a:off x="4133850" y="3495675"/>
            <a:ext cx="2000250" cy="638175"/>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D, cost 10</a:t>
            </a:r>
          </a:p>
        </p:txBody>
      </p:sp>
      <p:sp>
        <p:nvSpPr>
          <p:cNvPr id="9" name="text-8">
            <a:extLst xmlns:a="http://schemas.openxmlformats.org/drawingml/2006/main">
              <a:ext uri="{FF2B5EF4-FFF2-40B4-BE49-F238E27FC236}">
                <a16:creationId xmlns:a16="http://schemas.microsoft.com/office/drawing/2014/main" id="{57B1CC47-6521-4992-BF04-951AEC89AFB6}"/>
              </a:ext>
            </a:extLst>
          </p:cNvPr>
          <p:cNvSpPr>
            <a:spLocks xmlns:a="http://schemas.openxmlformats.org/drawingml/2006/main" noGrp="1"/>
          </p:cNvSpPr>
          <p:nvPr/>
        </p:nvSpPr>
        <p:spPr>
          <a:xfrm xmlns:a="http://schemas.openxmlformats.org/drawingml/2006/main">
            <a:off x="752475" y="4552950"/>
            <a:ext cx="6238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22D3B"/>
                </a:solidFill>
                <a:latin typeface="DejaVu Sans Mono"/>
                <a:ea typeface="DejaVu Sans Mono"/>
                <a:cs typeface="DejaVu Sans Mono"/>
              </a:defRPr>
            </a:defPPr>
            <a:lvl1pPr algn="l">
              <a:defRPr sz="1875" b="0">
                <a:solidFill>
                  <a:srgbClr val="122D3B"/>
                </a:solidFill>
                <a:latin typeface="DejaVu Sans Mono"/>
                <a:ea typeface="DejaVu Sans Mono"/>
                <a:cs typeface="DejaVu Sans Mono"/>
              </a:defRPr>
            </a:lvl1pPr>
            <a:lvl2pPr algn="l">
              <a:defRPr sz="1875" b="0">
                <a:solidFill>
                  <a:srgbClr val="122D3B"/>
                </a:solidFill>
                <a:latin typeface="DejaVu Sans Mono"/>
                <a:ea typeface="DejaVu Sans Mono"/>
                <a:cs typeface="DejaVu Sans Mono"/>
              </a:defRPr>
            </a:lvl2pPr>
            <a:lvl3pPr algn="l">
              <a:defRPr sz="1875" b="0">
                <a:solidFill>
                  <a:srgbClr val="122D3B"/>
                </a:solidFill>
                <a:latin typeface="DejaVu Sans Mono"/>
                <a:ea typeface="DejaVu Sans Mono"/>
                <a:cs typeface="DejaVu Sans Mono"/>
              </a:defRPr>
            </a:lvl3pPr>
            <a:lvl4pPr algn="l">
              <a:defRPr sz="1875" b="0">
                <a:solidFill>
                  <a:srgbClr val="122D3B"/>
                </a:solidFill>
                <a:latin typeface="DejaVu Sans Mono"/>
                <a:ea typeface="DejaVu Sans Mono"/>
                <a:cs typeface="DejaVu Sans Mono"/>
              </a:defRPr>
            </a:lvl4pPr>
            <a:lvl5pPr algn="l">
              <a:defRPr sz="1875" b="0">
                <a:solidFill>
                  <a:srgbClr val="122D3B"/>
                </a:solidFill>
                <a:latin typeface="DejaVu Sans Mono"/>
                <a:ea typeface="DejaVu Sans Mono"/>
                <a:cs typeface="DejaVu Sans Mono"/>
              </a:defRPr>
            </a:lvl5pPr>
            <a:lvl6pPr algn="l">
              <a:defRPr sz="1875" b="0">
                <a:solidFill>
                  <a:srgbClr val="122D3B"/>
                </a:solidFill>
                <a:latin typeface="DejaVu Sans Mono"/>
                <a:ea typeface="DejaVu Sans Mono"/>
                <a:cs typeface="DejaVu Sans Mono"/>
              </a:defRPr>
            </a:lvl6pPr>
            <a:lvl7pPr algn="l">
              <a:defRPr sz="1875" b="0">
                <a:solidFill>
                  <a:srgbClr val="122D3B"/>
                </a:solidFill>
                <a:latin typeface="DejaVu Sans Mono"/>
                <a:ea typeface="DejaVu Sans Mono"/>
                <a:cs typeface="DejaVu Sans Mono"/>
              </a:defRPr>
            </a:lvl7pPr>
            <a:lvl8pPr algn="l">
              <a:defRPr sz="1875" b="0">
                <a:solidFill>
                  <a:srgbClr val="122D3B"/>
                </a:solidFill>
                <a:latin typeface="DejaVu Sans Mono"/>
                <a:ea typeface="DejaVu Sans Mono"/>
                <a:cs typeface="DejaVu Sans Mono"/>
              </a:defRPr>
            </a:lvl8pPr>
            <a:lvl9pPr algn="l">
              <a:defRPr sz="1875" b="0">
                <a:solidFill>
                  <a:srgbClr val="122D3B"/>
                </a:solidFill>
                <a:latin typeface="DejaVu Sans Mono"/>
                <a:ea typeface="DejaVu Sans Mono"/>
                <a:cs typeface="DejaVu Sans Mono"/>
              </a:defRPr>
            </a:lvl9pPr>
          </a:lstStyle>
          <a:p xmlns:a="http://schemas.openxmlformats.org/drawingml/2006/main">
            <a:pPr algn="l">
              <a:defRPr sz="1875" b="0">
                <a:solidFill>
                  <a:srgbClr val="122D3B"/>
                </a:solidFill>
                <a:latin typeface="DejaVu Sans Mono"/>
                <a:ea typeface="DejaVu Sans Mono"/>
                <a:cs typeface="DejaVu Sans Mono"/>
              </a:defRPr>
            </a:pPr>
            <a:r>
              <a:rPr sz="1875" b="0">
                <a:solidFill>
                  <a:srgbClr val="122D3B"/>
                </a:solidFill>
                <a:latin typeface="DejaVu Sans Mono"/>
                <a:ea typeface="DejaVu Sans Mono"/>
                <a:cs typeface="DejaVu Sans Mono"/>
              </a:rPr>
              <a:t>children(i) = 2i+1, 2i+2</a:t>
            </a:r>
          </a:p>
          <a:p xmlns:a="http://schemas.openxmlformats.org/drawingml/2006/main">
            <a:pPr algn="l">
              <a:defRPr sz="1875" b="0">
                <a:solidFill>
                  <a:srgbClr val="122D3B"/>
                </a:solidFill>
                <a:latin typeface="DejaVu Sans Mono"/>
                <a:ea typeface="DejaVu Sans Mono"/>
                <a:cs typeface="DejaVu Sans Mono"/>
              </a:defRPr>
            </a:pPr>
            <a:r>
              <a:rPr sz="1875" b="0">
                <a:solidFill>
                  <a:srgbClr val="122D3B"/>
                </a:solidFill>
                <a:latin typeface="DejaVu Sans Mono"/>
                <a:ea typeface="DejaVu Sans Mono"/>
                <a:cs typeface="DejaVu Sans Mono"/>
              </a:rPr>
              <a:t>parent(i) = floor((i-1)/2)</a:t>
            </a:r>
          </a:p>
        </p:txBody>
      </p:sp>
      <p:sp>
        <p:nvSpPr>
          <p:cNvPr id="10" name="text-9">
            <a:extLst xmlns:a="http://schemas.openxmlformats.org/drawingml/2006/main">
              <a:ext uri="{FF2B5EF4-FFF2-40B4-BE49-F238E27FC236}">
                <a16:creationId xmlns:a16="http://schemas.microsoft.com/office/drawing/2014/main" id="{DF213805-FB3F-4705-9A74-D4D2C03C9446}"/>
              </a:ext>
            </a:extLst>
          </p:cNvPr>
          <p:cNvSpPr>
            <a:spLocks xmlns:a="http://schemas.openxmlformats.org/drawingml/2006/main" noGrp="1"/>
          </p:cNvSpPr>
          <p:nvPr/>
        </p:nvSpPr>
        <p:spPr>
          <a:xfrm xmlns:a="http://schemas.openxmlformats.org/drawingml/2006/main">
            <a:off x="752475" y="5743575"/>
            <a:ext cx="62388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33B45"/>
                </a:solidFill>
                <a:latin typeface="DejaVu Sans"/>
                <a:ea typeface="DejaVu Sans"/>
                <a:cs typeface="DejaVu Sans"/>
              </a:defRPr>
            </a:defPPr>
            <a:lvl1pPr algn="l">
              <a:defRPr sz="1875" b="0">
                <a:solidFill>
                  <a:srgbClr val="233B45"/>
                </a:solidFill>
                <a:latin typeface="DejaVu Sans"/>
                <a:ea typeface="DejaVu Sans"/>
                <a:cs typeface="DejaVu Sans"/>
              </a:defRPr>
            </a:lvl1pPr>
            <a:lvl2pPr algn="l">
              <a:defRPr sz="1875" b="0">
                <a:solidFill>
                  <a:srgbClr val="233B45"/>
                </a:solidFill>
                <a:latin typeface="DejaVu Sans"/>
                <a:ea typeface="DejaVu Sans"/>
                <a:cs typeface="DejaVu Sans"/>
              </a:defRPr>
            </a:lvl2pPr>
            <a:lvl3pPr algn="l">
              <a:defRPr sz="1875" b="0">
                <a:solidFill>
                  <a:srgbClr val="233B45"/>
                </a:solidFill>
                <a:latin typeface="DejaVu Sans"/>
                <a:ea typeface="DejaVu Sans"/>
                <a:cs typeface="DejaVu Sans"/>
              </a:defRPr>
            </a:lvl3pPr>
            <a:lvl4pPr algn="l">
              <a:defRPr sz="1875" b="0">
                <a:solidFill>
                  <a:srgbClr val="233B45"/>
                </a:solidFill>
                <a:latin typeface="DejaVu Sans"/>
                <a:ea typeface="DejaVu Sans"/>
                <a:cs typeface="DejaVu Sans"/>
              </a:defRPr>
            </a:lvl4pPr>
            <a:lvl5pPr algn="l">
              <a:defRPr sz="1875" b="0">
                <a:solidFill>
                  <a:srgbClr val="233B45"/>
                </a:solidFill>
                <a:latin typeface="DejaVu Sans"/>
                <a:ea typeface="DejaVu Sans"/>
                <a:cs typeface="DejaVu Sans"/>
              </a:defRPr>
            </a:lvl5pPr>
            <a:lvl6pPr algn="l">
              <a:defRPr sz="1875" b="0">
                <a:solidFill>
                  <a:srgbClr val="233B45"/>
                </a:solidFill>
                <a:latin typeface="DejaVu Sans"/>
                <a:ea typeface="DejaVu Sans"/>
                <a:cs typeface="DejaVu Sans"/>
              </a:defRPr>
            </a:lvl6pPr>
            <a:lvl7pPr algn="l">
              <a:defRPr sz="1875" b="0">
                <a:solidFill>
                  <a:srgbClr val="233B45"/>
                </a:solidFill>
                <a:latin typeface="DejaVu Sans"/>
                <a:ea typeface="DejaVu Sans"/>
                <a:cs typeface="DejaVu Sans"/>
              </a:defRPr>
            </a:lvl7pPr>
            <a:lvl8pPr algn="l">
              <a:defRPr sz="1875" b="0">
                <a:solidFill>
                  <a:srgbClr val="233B45"/>
                </a:solidFill>
                <a:latin typeface="DejaVu Sans"/>
                <a:ea typeface="DejaVu Sans"/>
                <a:cs typeface="DejaVu Sans"/>
              </a:defRPr>
            </a:lvl8pPr>
            <a:lvl9pPr algn="l">
              <a:defRPr sz="1875" b="0">
                <a:solidFill>
                  <a:srgbClr val="233B45"/>
                </a:solidFill>
                <a:latin typeface="DejaVu Sans"/>
                <a:ea typeface="DejaVu Sans"/>
                <a:cs typeface="DejaVu Sans"/>
              </a:defRPr>
            </a:lvl9pPr>
          </a:lstStyle>
          <a:p xmlns:a="http://schemas.openxmlformats.org/drawingml/2006/main">
            <a:pPr algn="l">
              <a:defRPr sz="1875" b="0">
                <a:solidFill>
                  <a:srgbClr val="233B45"/>
                </a:solidFill>
                <a:latin typeface="DejaVu Sans"/>
                <a:ea typeface="DejaVu Sans"/>
                <a:cs typeface="DejaVu Sans"/>
              </a:defRPr>
            </a:pPr>
            <a:r>
              <a:rPr sz="1875" b="0">
                <a:solidFill>
                  <a:srgbClr val="233B45"/>
                </a:solidFill>
                <a:latin typeface="DejaVu Sans"/>
                <a:ea typeface="DejaVu Sans"/>
                <a:cs typeface="DejaVu Sans"/>
              </a:rPr>
              <a:t>Lazy update: push the improved rank.</a:t>
            </a:r>
          </a:p>
          <a:p xmlns:a="http://schemas.openxmlformats.org/drawingml/2006/main">
            <a:pPr algn="l">
              <a:defRPr sz="1875" b="0">
                <a:solidFill>
                  <a:srgbClr val="233B45"/>
                </a:solidFill>
                <a:latin typeface="DejaVu Sans"/>
                <a:ea typeface="DejaVu Sans"/>
                <a:cs typeface="DejaVu Sans"/>
              </a:defRPr>
            </a:pPr>
            <a:r>
              <a:rPr sz="1875" b="0">
                <a:solidFill>
                  <a:srgbClr val="233B45"/>
                </a:solidFill>
                <a:latin typeface="DejaVu Sans"/>
                <a:ea typeface="DejaVu Sans"/>
                <a:cs typeface="DejaVu Sans"/>
              </a:rPr>
              <a:t>Skip old entries when they are popped.</a:t>
            </a:r>
          </a:p>
        </p:txBody>
      </p:sp>
      <p:sp>
        <p:nvSpPr>
          <p:cNvPr id="11" name="text-10">
            <a:extLst xmlns:a="http://schemas.openxmlformats.org/drawingml/2006/main">
              <a:ext uri="{FF2B5EF4-FFF2-40B4-BE49-F238E27FC236}">
                <a16:creationId xmlns:a16="http://schemas.microsoft.com/office/drawing/2014/main" id="{D7CC0BCA-A920-41D2-B2F9-57989CFD7132}"/>
              </a:ext>
            </a:extLst>
          </p:cNvPr>
          <p:cNvSpPr>
            <a:spLocks xmlns:a="http://schemas.openxmlformats.org/drawingml/2006/main" noGrp="1"/>
          </p:cNvSpPr>
          <p:nvPr/>
        </p:nvSpPr>
        <p:spPr>
          <a:xfrm xmlns:a="http://schemas.openxmlformats.org/drawingml/2006/main">
            <a:off x="7677150" y="1533525"/>
            <a:ext cx="5286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Ranking and predecessor state</a:t>
            </a:r>
          </a:p>
        </p:txBody>
      </p:sp>
      <p:sp>
        <p:nvSpPr>
          <p:cNvPr id="12" name="text-11">
            <a:extLst xmlns:a="http://schemas.openxmlformats.org/drawingml/2006/main">
              <a:ext uri="{FF2B5EF4-FFF2-40B4-BE49-F238E27FC236}">
                <a16:creationId xmlns:a16="http://schemas.microsoft.com/office/drawing/2014/main" id="{8A136ED1-4E6E-46C8-AA74-BA30A004A034}"/>
              </a:ext>
            </a:extLst>
          </p:cNvPr>
          <p:cNvSpPr>
            <a:spLocks xmlns:a="http://schemas.openxmlformats.org/drawingml/2006/main" noGrp="1"/>
          </p:cNvSpPr>
          <p:nvPr/>
        </p:nvSpPr>
        <p:spPr>
          <a:xfrm xmlns:a="http://schemas.openxmlformats.org/drawingml/2006/main">
            <a:off x="7705725" y="2095500"/>
            <a:ext cx="5238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22D3B"/>
                </a:solidFill>
                <a:latin typeface="DejaVu Sans Mono"/>
                <a:ea typeface="DejaVu Sans Mono"/>
                <a:cs typeface="DejaVu Sans Mono"/>
              </a:defRPr>
            </a:defPPr>
            <a:lvl1pPr algn="l">
              <a:defRPr sz="1725" b="0">
                <a:solidFill>
                  <a:srgbClr val="122D3B"/>
                </a:solidFill>
                <a:latin typeface="DejaVu Sans Mono"/>
                <a:ea typeface="DejaVu Sans Mono"/>
                <a:cs typeface="DejaVu Sans Mono"/>
              </a:defRPr>
            </a:lvl1pPr>
            <a:lvl2pPr algn="l">
              <a:defRPr sz="1725" b="0">
                <a:solidFill>
                  <a:srgbClr val="122D3B"/>
                </a:solidFill>
                <a:latin typeface="DejaVu Sans Mono"/>
                <a:ea typeface="DejaVu Sans Mono"/>
                <a:cs typeface="DejaVu Sans Mono"/>
              </a:defRPr>
            </a:lvl2pPr>
            <a:lvl3pPr algn="l">
              <a:defRPr sz="1725" b="0">
                <a:solidFill>
                  <a:srgbClr val="122D3B"/>
                </a:solidFill>
                <a:latin typeface="DejaVu Sans Mono"/>
                <a:ea typeface="DejaVu Sans Mono"/>
                <a:cs typeface="DejaVu Sans Mono"/>
              </a:defRPr>
            </a:lvl3pPr>
            <a:lvl4pPr algn="l">
              <a:defRPr sz="1725" b="0">
                <a:solidFill>
                  <a:srgbClr val="122D3B"/>
                </a:solidFill>
                <a:latin typeface="DejaVu Sans Mono"/>
                <a:ea typeface="DejaVu Sans Mono"/>
                <a:cs typeface="DejaVu Sans Mono"/>
              </a:defRPr>
            </a:lvl4pPr>
            <a:lvl5pPr algn="l">
              <a:defRPr sz="1725" b="0">
                <a:solidFill>
                  <a:srgbClr val="122D3B"/>
                </a:solidFill>
                <a:latin typeface="DejaVu Sans Mono"/>
                <a:ea typeface="DejaVu Sans Mono"/>
                <a:cs typeface="DejaVu Sans Mono"/>
              </a:defRPr>
            </a:lvl5pPr>
            <a:lvl6pPr algn="l">
              <a:defRPr sz="1725" b="0">
                <a:solidFill>
                  <a:srgbClr val="122D3B"/>
                </a:solidFill>
                <a:latin typeface="DejaVu Sans Mono"/>
                <a:ea typeface="DejaVu Sans Mono"/>
                <a:cs typeface="DejaVu Sans Mono"/>
              </a:defRPr>
            </a:lvl6pPr>
            <a:lvl7pPr algn="l">
              <a:defRPr sz="1725" b="0">
                <a:solidFill>
                  <a:srgbClr val="122D3B"/>
                </a:solidFill>
                <a:latin typeface="DejaVu Sans Mono"/>
                <a:ea typeface="DejaVu Sans Mono"/>
                <a:cs typeface="DejaVu Sans Mono"/>
              </a:defRPr>
            </a:lvl7pPr>
            <a:lvl8pPr algn="l">
              <a:defRPr sz="1725" b="0">
                <a:solidFill>
                  <a:srgbClr val="122D3B"/>
                </a:solidFill>
                <a:latin typeface="DejaVu Sans Mono"/>
                <a:ea typeface="DejaVu Sans Mono"/>
                <a:cs typeface="DejaVu Sans Mono"/>
              </a:defRPr>
            </a:lvl8pPr>
            <a:lvl9pPr algn="l">
              <a:defRPr sz="1725" b="0">
                <a:solidFill>
                  <a:srgbClr val="122D3B"/>
                </a:solidFill>
                <a:latin typeface="DejaVu Sans Mono"/>
                <a:ea typeface="DejaVu Sans Mono"/>
                <a:cs typeface="DejaVu Sans Mono"/>
              </a:defRPr>
            </a:lvl9pPr>
          </a:lstStyle>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best[u] = (cost, source_priority,</a:t>
            </a:r>
          </a:p>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           path_priority, origin)</a:t>
            </a:r>
          </a:p>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heap entry = (rank, serial, node)</a:t>
            </a:r>
          </a:p>
        </p:txBody>
      </p:sp>
      <p:sp>
        <p:nvSpPr>
          <p:cNvPr id="13" name="text-12">
            <a:extLst xmlns:a="http://schemas.openxmlformats.org/drawingml/2006/main">
              <a:ext uri="{FF2B5EF4-FFF2-40B4-BE49-F238E27FC236}">
                <a16:creationId xmlns:a16="http://schemas.microsoft.com/office/drawing/2014/main" id="{46863E91-708F-43AF-8A60-FD1651CC4059}"/>
              </a:ext>
            </a:extLst>
          </p:cNvPr>
          <p:cNvSpPr>
            <a:spLocks xmlns:a="http://schemas.openxmlformats.org/drawingml/2006/main" noGrp="1"/>
          </p:cNvSpPr>
          <p:nvPr/>
        </p:nvSpPr>
        <p:spPr>
          <a:xfrm xmlns:a="http://schemas.openxmlformats.org/drawingml/2006/main">
            <a:off x="7705725" y="3638550"/>
            <a:ext cx="523875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22D3B"/>
                </a:solidFill>
                <a:latin typeface="DejaVu Sans Mono"/>
                <a:ea typeface="DejaVu Sans Mono"/>
                <a:cs typeface="DejaVu Sans Mono"/>
              </a:defRPr>
            </a:defPPr>
            <a:lvl1pPr algn="l">
              <a:defRPr sz="1800" b="0">
                <a:solidFill>
                  <a:srgbClr val="122D3B"/>
                </a:solidFill>
                <a:latin typeface="DejaVu Sans Mono"/>
                <a:ea typeface="DejaVu Sans Mono"/>
                <a:cs typeface="DejaVu Sans Mono"/>
              </a:defRPr>
            </a:lvl1pPr>
            <a:lvl2pPr algn="l">
              <a:defRPr sz="1800" b="0">
                <a:solidFill>
                  <a:srgbClr val="122D3B"/>
                </a:solidFill>
                <a:latin typeface="DejaVu Sans Mono"/>
                <a:ea typeface="DejaVu Sans Mono"/>
                <a:cs typeface="DejaVu Sans Mono"/>
              </a:defRPr>
            </a:lvl2pPr>
            <a:lvl3pPr algn="l">
              <a:defRPr sz="1800" b="0">
                <a:solidFill>
                  <a:srgbClr val="122D3B"/>
                </a:solidFill>
                <a:latin typeface="DejaVu Sans Mono"/>
                <a:ea typeface="DejaVu Sans Mono"/>
                <a:cs typeface="DejaVu Sans Mono"/>
              </a:defRPr>
            </a:lvl3pPr>
            <a:lvl4pPr algn="l">
              <a:defRPr sz="1800" b="0">
                <a:solidFill>
                  <a:srgbClr val="122D3B"/>
                </a:solidFill>
                <a:latin typeface="DejaVu Sans Mono"/>
                <a:ea typeface="DejaVu Sans Mono"/>
                <a:cs typeface="DejaVu Sans Mono"/>
              </a:defRPr>
            </a:lvl4pPr>
            <a:lvl5pPr algn="l">
              <a:defRPr sz="1800" b="0">
                <a:solidFill>
                  <a:srgbClr val="122D3B"/>
                </a:solidFill>
                <a:latin typeface="DejaVu Sans Mono"/>
                <a:ea typeface="DejaVu Sans Mono"/>
                <a:cs typeface="DejaVu Sans Mono"/>
              </a:defRPr>
            </a:lvl5pPr>
            <a:lvl6pPr algn="l">
              <a:defRPr sz="1800" b="0">
                <a:solidFill>
                  <a:srgbClr val="122D3B"/>
                </a:solidFill>
                <a:latin typeface="DejaVu Sans Mono"/>
                <a:ea typeface="DejaVu Sans Mono"/>
                <a:cs typeface="DejaVu Sans Mono"/>
              </a:defRPr>
            </a:lvl6pPr>
            <a:lvl7pPr algn="l">
              <a:defRPr sz="1800" b="0">
                <a:solidFill>
                  <a:srgbClr val="122D3B"/>
                </a:solidFill>
                <a:latin typeface="DejaVu Sans Mono"/>
                <a:ea typeface="DejaVu Sans Mono"/>
                <a:cs typeface="DejaVu Sans Mono"/>
              </a:defRPr>
            </a:lvl7pPr>
            <a:lvl8pPr algn="l">
              <a:defRPr sz="1800" b="0">
                <a:solidFill>
                  <a:srgbClr val="122D3B"/>
                </a:solidFill>
                <a:latin typeface="DejaVu Sans Mono"/>
                <a:ea typeface="DejaVu Sans Mono"/>
                <a:cs typeface="DejaVu Sans Mono"/>
              </a:defRPr>
            </a:lvl8pPr>
            <a:lvl9pPr algn="l">
              <a:defRPr sz="1800" b="0">
                <a:solidFill>
                  <a:srgbClr val="122D3B"/>
                </a:solidFill>
                <a:latin typeface="DejaVu Sans Mono"/>
                <a:ea typeface="DejaVu Sans Mono"/>
                <a:cs typeface="DejaVu Sans Mono"/>
              </a:defRPr>
            </a:lvl9pPr>
          </a:lstStyle>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node = target; nodes = [node]</a:t>
            </a:r>
          </a:p>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edges = []</a:t>
            </a:r>
          </a:p>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while node in previous:</a:t>
            </a:r>
          </a:p>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  arc = previous[node]</a:t>
            </a:r>
          </a:p>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  edges.append(arc.id)</a:t>
            </a:r>
          </a:p>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  node = arc.source</a:t>
            </a:r>
          </a:p>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  nodes.append(node)</a:t>
            </a:r>
          </a:p>
          <a:p xmlns:a="http://schemas.openxmlformats.org/drawingml/2006/main">
            <a:pPr algn="l">
              <a:defRPr sz="1800" b="0">
                <a:solidFill>
                  <a:srgbClr val="122D3B"/>
                </a:solidFill>
                <a:latin typeface="DejaVu Sans Mono"/>
                <a:ea typeface="DejaVu Sans Mono"/>
                <a:cs typeface="DejaVu Sans Mono"/>
              </a:defRPr>
            </a:pPr>
            <a:r>
              <a:rPr sz="1800" b="0">
                <a:solidFill>
                  <a:srgbClr val="122D3B"/>
                </a:solidFill>
                <a:latin typeface="DejaVu Sans Mono"/>
                <a:ea typeface="DejaVu Sans Mono"/>
                <a:cs typeface="DejaVu Sans Mono"/>
              </a:rPr>
              <a:t>return nodes[::-1], edges[::-1]</a:t>
            </a:r>
          </a:p>
        </p:txBody>
      </p:sp>
      <p:sp>
        <p:nvSpPr>
          <p:cNvPr id="14" name="text-13">
            <a:extLst xmlns:a="http://schemas.openxmlformats.org/drawingml/2006/main">
              <a:ext uri="{FF2B5EF4-FFF2-40B4-BE49-F238E27FC236}">
                <a16:creationId xmlns:a16="http://schemas.microsoft.com/office/drawing/2014/main" id="{84DCE5E0-187D-4527-9C66-715153FEFB0D}"/>
              </a:ext>
            </a:extLst>
          </p:cNvPr>
          <p:cNvSpPr>
            <a:spLocks xmlns:a="http://schemas.openxmlformats.org/drawingml/2006/main" noGrp="1"/>
          </p:cNvSpPr>
          <p:nvPr/>
        </p:nvSpPr>
        <p:spPr>
          <a:xfrm xmlns:a="http://schemas.openxmlformats.org/drawingml/2006/main">
            <a:off x="752475" y="7000875"/>
            <a:ext cx="11953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22D3B"/>
                </a:solidFill>
                <a:latin typeface="DejaVu Sans"/>
                <a:ea typeface="DejaVu Sans"/>
                <a:cs typeface="DejaVu Sans"/>
              </a:defRPr>
            </a:defPPr>
            <a:lvl1pPr algn="l">
              <a:defRPr sz="1500" b="1">
                <a:solidFill>
                  <a:srgbClr val="122D3B"/>
                </a:solidFill>
                <a:latin typeface="DejaVu Sans"/>
                <a:ea typeface="DejaVu Sans"/>
                <a:cs typeface="DejaVu Sans"/>
              </a:defRPr>
            </a:lvl1pPr>
            <a:lvl2pPr algn="l">
              <a:defRPr sz="1500" b="1">
                <a:solidFill>
                  <a:srgbClr val="122D3B"/>
                </a:solidFill>
                <a:latin typeface="DejaVu Sans"/>
                <a:ea typeface="DejaVu Sans"/>
                <a:cs typeface="DejaVu Sans"/>
              </a:defRPr>
            </a:lvl2pPr>
            <a:lvl3pPr algn="l">
              <a:defRPr sz="1500" b="1">
                <a:solidFill>
                  <a:srgbClr val="122D3B"/>
                </a:solidFill>
                <a:latin typeface="DejaVu Sans"/>
                <a:ea typeface="DejaVu Sans"/>
                <a:cs typeface="DejaVu Sans"/>
              </a:defRPr>
            </a:lvl3pPr>
            <a:lvl4pPr algn="l">
              <a:defRPr sz="1500" b="1">
                <a:solidFill>
                  <a:srgbClr val="122D3B"/>
                </a:solidFill>
                <a:latin typeface="DejaVu Sans"/>
                <a:ea typeface="DejaVu Sans"/>
                <a:cs typeface="DejaVu Sans"/>
              </a:defRPr>
            </a:lvl4pPr>
            <a:lvl5pPr algn="l">
              <a:defRPr sz="1500" b="1">
                <a:solidFill>
                  <a:srgbClr val="122D3B"/>
                </a:solidFill>
                <a:latin typeface="DejaVu Sans"/>
                <a:ea typeface="DejaVu Sans"/>
                <a:cs typeface="DejaVu Sans"/>
              </a:defRPr>
            </a:lvl5pPr>
            <a:lvl6pPr algn="l">
              <a:defRPr sz="1500" b="1">
                <a:solidFill>
                  <a:srgbClr val="122D3B"/>
                </a:solidFill>
                <a:latin typeface="DejaVu Sans"/>
                <a:ea typeface="DejaVu Sans"/>
                <a:cs typeface="DejaVu Sans"/>
              </a:defRPr>
            </a:lvl6pPr>
            <a:lvl7pPr algn="l">
              <a:defRPr sz="1500" b="1">
                <a:solidFill>
                  <a:srgbClr val="122D3B"/>
                </a:solidFill>
                <a:latin typeface="DejaVu Sans"/>
                <a:ea typeface="DejaVu Sans"/>
                <a:cs typeface="DejaVu Sans"/>
              </a:defRPr>
            </a:lvl7pPr>
            <a:lvl8pPr algn="l">
              <a:defRPr sz="1500" b="1">
                <a:solidFill>
                  <a:srgbClr val="122D3B"/>
                </a:solidFill>
                <a:latin typeface="DejaVu Sans"/>
                <a:ea typeface="DejaVu Sans"/>
                <a:cs typeface="DejaVu Sans"/>
              </a:defRPr>
            </a:lvl8pPr>
            <a:lvl9pPr algn="l">
              <a:defRPr sz="1500" b="1">
                <a:solidFill>
                  <a:srgbClr val="122D3B"/>
                </a:solidFill>
                <a:latin typeface="DejaVu Sans"/>
                <a:ea typeface="DejaVu Sans"/>
                <a:cs typeface="DejaVu Sans"/>
              </a:defRPr>
            </a:lvl9pPr>
          </a:lstStyle>
          <a:p xmlns:a="http://schemas.openxmlformats.org/drawingml/2006/main">
            <a:pPr algn="l">
              <a:defRPr sz="1500" b="1">
                <a:solidFill>
                  <a:srgbClr val="122D3B"/>
                </a:solidFill>
                <a:latin typeface="DejaVu Sans"/>
                <a:ea typeface="DejaVu Sans"/>
                <a:cs typeface="DejaVu Sans"/>
              </a:defRPr>
            </a:pPr>
            <a:r>
              <a:rPr sz="1500" b="1">
                <a:solidFill>
                  <a:srgbClr val="122D3B"/>
                </a:solidFill>
                <a:latin typeface="DejaVu Sans"/>
                <a:ea typeface="DejaVu Sans"/>
                <a:cs typeface="DejaVu Sans"/>
              </a:rPr>
              <a:t>O(log H) per heap operation. O(L) reconstruction time and output space.</a:t>
            </a:r>
          </a:p>
        </p:txBody>
      </p:sp>
    </p:spTree>
    <p:extLst>
      <p:ext uri="{BB962C8B-B14F-4D97-AF65-F5344CB8AC3E}">
        <p14:creationId xmlns:p14="http://schemas.microsoft.com/office/powerpoint/2010/main" val="1852525960"/>
      </p:ext>
    </p:extLst>
  </p:cSld>
</p:sld>
</file>

<file path=ppt/slides/slide7.xml><?xml version="1.0" encoding="utf-8"?>
<p:sld xmlns:p="http://schemas.openxmlformats.org/presentationml/2006/main">
  <p:cSld>
    <p:bg>
      <p:bgPr>
        <a:solidFill xmlns:a="http://schemas.openxmlformats.org/drawingml/2006/main">
          <a:srgbClr val="0A202D"/>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0AF0D2B-6F05-4C2F-80D5-DB9EE4392D85}"/>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F8FAF8"/>
                </a:solidFill>
                <a:latin typeface="Bitstream Charter"/>
                <a:ea typeface="Bitstream Charter"/>
                <a:cs typeface="Bitstream Charter"/>
              </a:defRPr>
            </a:defPPr>
            <a:lvl1pPr algn="l">
              <a:defRPr sz="3975" b="1">
                <a:solidFill>
                  <a:srgbClr val="F8FAF8"/>
                </a:solidFill>
                <a:latin typeface="Bitstream Charter"/>
                <a:ea typeface="Bitstream Charter"/>
                <a:cs typeface="Bitstream Charter"/>
              </a:defRPr>
            </a:lvl1pPr>
            <a:lvl2pPr algn="l">
              <a:defRPr sz="3975" b="1">
                <a:solidFill>
                  <a:srgbClr val="F8FAF8"/>
                </a:solidFill>
                <a:latin typeface="Bitstream Charter"/>
                <a:ea typeface="Bitstream Charter"/>
                <a:cs typeface="Bitstream Charter"/>
              </a:defRPr>
            </a:lvl2pPr>
            <a:lvl3pPr algn="l">
              <a:defRPr sz="3975" b="1">
                <a:solidFill>
                  <a:srgbClr val="F8FAF8"/>
                </a:solidFill>
                <a:latin typeface="Bitstream Charter"/>
                <a:ea typeface="Bitstream Charter"/>
                <a:cs typeface="Bitstream Charter"/>
              </a:defRPr>
            </a:lvl3pPr>
            <a:lvl4pPr algn="l">
              <a:defRPr sz="3975" b="1">
                <a:solidFill>
                  <a:srgbClr val="F8FAF8"/>
                </a:solidFill>
                <a:latin typeface="Bitstream Charter"/>
                <a:ea typeface="Bitstream Charter"/>
                <a:cs typeface="Bitstream Charter"/>
              </a:defRPr>
            </a:lvl4pPr>
            <a:lvl5pPr algn="l">
              <a:defRPr sz="3975" b="1">
                <a:solidFill>
                  <a:srgbClr val="F8FAF8"/>
                </a:solidFill>
                <a:latin typeface="Bitstream Charter"/>
                <a:ea typeface="Bitstream Charter"/>
                <a:cs typeface="Bitstream Charter"/>
              </a:defRPr>
            </a:lvl5pPr>
            <a:lvl6pPr algn="l">
              <a:defRPr sz="3975" b="1">
                <a:solidFill>
                  <a:srgbClr val="F8FAF8"/>
                </a:solidFill>
                <a:latin typeface="Bitstream Charter"/>
                <a:ea typeface="Bitstream Charter"/>
                <a:cs typeface="Bitstream Charter"/>
              </a:defRPr>
            </a:lvl6pPr>
            <a:lvl7pPr algn="l">
              <a:defRPr sz="3975" b="1">
                <a:solidFill>
                  <a:srgbClr val="F8FAF8"/>
                </a:solidFill>
                <a:latin typeface="Bitstream Charter"/>
                <a:ea typeface="Bitstream Charter"/>
                <a:cs typeface="Bitstream Charter"/>
              </a:defRPr>
            </a:lvl7pPr>
            <a:lvl8pPr algn="l">
              <a:defRPr sz="3975" b="1">
                <a:solidFill>
                  <a:srgbClr val="F8FAF8"/>
                </a:solidFill>
                <a:latin typeface="Bitstream Charter"/>
                <a:ea typeface="Bitstream Charter"/>
                <a:cs typeface="Bitstream Charter"/>
              </a:defRPr>
            </a:lvl8pPr>
            <a:lvl9pPr algn="l">
              <a:defRPr sz="3975" b="1">
                <a:solidFill>
                  <a:srgbClr val="F8FAF8"/>
                </a:solidFill>
                <a:latin typeface="Bitstream Charter"/>
                <a:ea typeface="Bitstream Charter"/>
                <a:cs typeface="Bitstream Charter"/>
              </a:defRPr>
            </a:lvl9pPr>
          </a:lstStyle>
          <a:p xmlns:a="http://schemas.openxmlformats.org/drawingml/2006/main">
            <a:pPr algn="l">
              <a:defRPr sz="3975" b="1">
                <a:solidFill>
                  <a:srgbClr val="F8FAF8"/>
                </a:solidFill>
                <a:latin typeface="Bitstream Charter"/>
                <a:ea typeface="Bitstream Charter"/>
                <a:cs typeface="Bitstream Charter"/>
              </a:defRPr>
            </a:pPr>
            <a:r>
              <a:rPr sz="3975" b="1">
                <a:solidFill>
                  <a:srgbClr val="F8FAF8"/>
                </a:solidFill>
                <a:latin typeface="Bitstream Charter"/>
                <a:ea typeface="Bitstream Charter"/>
                <a:cs typeface="Bitstream Charter"/>
              </a:rPr>
              <a:t>Algorithm selection and complexity analysis</a:t>
            </a:r>
          </a:p>
        </p:txBody>
      </p:sp>
      <p:sp>
        <p:nvSpPr>
          <p:cNvPr id="2" name="text-1">
            <a:extLst xmlns:a="http://schemas.openxmlformats.org/drawingml/2006/main">
              <a:ext uri="{FF2B5EF4-FFF2-40B4-BE49-F238E27FC236}">
                <a16:creationId xmlns:a16="http://schemas.microsoft.com/office/drawing/2014/main" id="{7D63EE19-8383-41B1-8F95-614E1DC31D20}"/>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8BD2D4"/>
                </a:solidFill>
                <a:latin typeface="DejaVu Sans"/>
                <a:ea typeface="DejaVu Sans"/>
                <a:cs typeface="DejaVu Sans"/>
              </a:defRPr>
            </a:defPPr>
            <a:lvl1pPr algn="r">
              <a:defRPr sz="1275" b="0">
                <a:solidFill>
                  <a:srgbClr val="8BD2D4"/>
                </a:solidFill>
                <a:latin typeface="DejaVu Sans"/>
                <a:ea typeface="DejaVu Sans"/>
                <a:cs typeface="DejaVu Sans"/>
              </a:defRPr>
            </a:lvl1pPr>
            <a:lvl2pPr algn="r">
              <a:defRPr sz="1275" b="0">
                <a:solidFill>
                  <a:srgbClr val="8BD2D4"/>
                </a:solidFill>
                <a:latin typeface="DejaVu Sans"/>
                <a:ea typeface="DejaVu Sans"/>
                <a:cs typeface="DejaVu Sans"/>
              </a:defRPr>
            </a:lvl2pPr>
            <a:lvl3pPr algn="r">
              <a:defRPr sz="1275" b="0">
                <a:solidFill>
                  <a:srgbClr val="8BD2D4"/>
                </a:solidFill>
                <a:latin typeface="DejaVu Sans"/>
                <a:ea typeface="DejaVu Sans"/>
                <a:cs typeface="DejaVu Sans"/>
              </a:defRPr>
            </a:lvl3pPr>
            <a:lvl4pPr algn="r">
              <a:defRPr sz="1275" b="0">
                <a:solidFill>
                  <a:srgbClr val="8BD2D4"/>
                </a:solidFill>
                <a:latin typeface="DejaVu Sans"/>
                <a:ea typeface="DejaVu Sans"/>
                <a:cs typeface="DejaVu Sans"/>
              </a:defRPr>
            </a:lvl4pPr>
            <a:lvl5pPr algn="r">
              <a:defRPr sz="1275" b="0">
                <a:solidFill>
                  <a:srgbClr val="8BD2D4"/>
                </a:solidFill>
                <a:latin typeface="DejaVu Sans"/>
                <a:ea typeface="DejaVu Sans"/>
                <a:cs typeface="DejaVu Sans"/>
              </a:defRPr>
            </a:lvl5pPr>
            <a:lvl6pPr algn="r">
              <a:defRPr sz="1275" b="0">
                <a:solidFill>
                  <a:srgbClr val="8BD2D4"/>
                </a:solidFill>
                <a:latin typeface="DejaVu Sans"/>
                <a:ea typeface="DejaVu Sans"/>
                <a:cs typeface="DejaVu Sans"/>
              </a:defRPr>
            </a:lvl6pPr>
            <a:lvl7pPr algn="r">
              <a:defRPr sz="1275" b="0">
                <a:solidFill>
                  <a:srgbClr val="8BD2D4"/>
                </a:solidFill>
                <a:latin typeface="DejaVu Sans"/>
                <a:ea typeface="DejaVu Sans"/>
                <a:cs typeface="DejaVu Sans"/>
              </a:defRPr>
            </a:lvl7pPr>
            <a:lvl8pPr algn="r">
              <a:defRPr sz="1275" b="0">
                <a:solidFill>
                  <a:srgbClr val="8BD2D4"/>
                </a:solidFill>
                <a:latin typeface="DejaVu Sans"/>
                <a:ea typeface="DejaVu Sans"/>
                <a:cs typeface="DejaVu Sans"/>
              </a:defRPr>
            </a:lvl8pPr>
            <a:lvl9pPr algn="r">
              <a:defRPr sz="1275" b="0">
                <a:solidFill>
                  <a:srgbClr val="8BD2D4"/>
                </a:solidFill>
                <a:latin typeface="DejaVu Sans"/>
                <a:ea typeface="DejaVu Sans"/>
                <a:cs typeface="DejaVu Sans"/>
              </a:defRPr>
            </a:lvl9pPr>
          </a:lstStyle>
          <a:p xmlns:a="http://schemas.openxmlformats.org/drawingml/2006/main">
            <a:pPr algn="r">
              <a:defRPr sz="1275" b="0">
                <a:solidFill>
                  <a:srgbClr val="8BD2D4"/>
                </a:solidFill>
                <a:latin typeface="DejaVu Sans"/>
                <a:ea typeface="DejaVu Sans"/>
                <a:cs typeface="DejaVu Sans"/>
              </a:defRPr>
            </a:pPr>
            <a:r>
              <a:rPr sz="1275" b="0">
                <a:solidFill>
                  <a:srgbClr val="8BD2D4"/>
                </a:solidFill>
                <a:latin typeface="DejaVu Sans"/>
                <a:ea typeface="DejaVu Sans"/>
                <a:cs typeface="DejaVu Sans"/>
              </a:rPr>
              <a:t>07</a:t>
            </a:r>
          </a:p>
        </p:txBody>
      </p:sp>
      <p:graphicFrame>
        <p:nvGraphicFramePr>
          <p:cNvPr id="3" name="">
            <a:extLst xmlns:a="http://schemas.openxmlformats.org/drawingml/2006/main">
              <a:ext uri="{FF2B5EF4-FFF2-40B4-BE49-F238E27FC236}">
                <a16:creationId xmlns:a16="http://schemas.microsoft.com/office/drawing/2014/main" id="{B9E4BC2C-DBB8-441B-8969-544E9B7B029D}"/>
              </a:ext>
            </a:extLst>
          </p:cNvPr>
          <p:cNvGraphicFramePr/>
          <p:nvPr/>
        </p:nvGraphicFramePr>
        <p:xfrm>
          <a:off xmlns:a="http://schemas.openxmlformats.org/drawingml/2006/main" x="666750" y="1524000"/>
          <a:ext xmlns:a="http://schemas.openxmlformats.org/drawingml/2006/main" cx="12334875" cy="3190875"/>
        </p:xfrm>
        <a:graphic xmlns:a="http://schemas.openxmlformats.org/drawingml/2006/main">
          <a:graphicData uri="http://schemas.openxmlformats.org/drawingml/2006/table">
            <a:tbl>
              <a:tblPr firstRow="1" bandRow="0"/>
              <a:tblGrid>
                <a:gridCol w="3048000"/>
                <a:gridCol w="3524250"/>
                <a:gridCol w="2905125"/>
                <a:gridCol w="2857500"/>
              </a:tblGrid>
              <a:tr h="638175">
                <a:tc>
                  <a:txBody>
                    <a:bodyPr lIns="123825" tIns="104775" rIns="123825" bIns="104775"/>
                    <a:lstStyle/>
                    <a:p>
                      <a:pPr algn="l"/>
                      <a:r>
                        <a:rPr sz="1725" b="1">
                          <a:solidFill>
                            <a:srgbClr val="F8FAF8"/>
                          </a:solidFill>
                          <a:latin typeface="DejaVu Sans"/>
                          <a:ea typeface="DejaVu Sans"/>
                          <a:cs typeface="DejaVu Sans"/>
                        </a:rPr>
                        <a:t>Method / representation</a:t>
                      </a:r>
                    </a:p>
                  </a:txBody>
                  <a:tcPr marL="91440" marR="91440" marT="45720" marB="45720" anchor="ctr">
                    <a:lnL w="6668">
                      <a:solidFill>
                        <a:srgbClr val="34515D"/>
                      </a:solidFill>
                      <a:prstDash val="solid"/>
                    </a:lnL>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c>
                  <a:txBody>
                    <a:bodyPr lIns="123825" tIns="104775" rIns="123825" bIns="104775"/>
                    <a:lstStyle/>
                    <a:p>
                      <a:pPr algn="l"/>
                      <a:r>
                        <a:rPr sz="1725" b="1">
                          <a:solidFill>
                            <a:srgbClr val="F8FAF8"/>
                          </a:solidFill>
                          <a:latin typeface="DejaVu Sans"/>
                          <a:ea typeface="DejaVu Sans"/>
                          <a:cs typeface="DejaVu Sans"/>
                        </a:rPr>
                        <a:t>Appropriate use</a:t>
                      </a:r>
                    </a:p>
                  </a:txBody>
                  <a:tcPr marL="91440" marR="91440" marT="45720" marB="45720" anchor="ctr">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c>
                  <a:txBody>
                    <a:bodyPr lIns="123825" tIns="104775" rIns="123825" bIns="104775"/>
                    <a:lstStyle/>
                    <a:p>
                      <a:pPr algn="l"/>
                      <a:r>
                        <a:rPr sz="1725" b="1">
                          <a:solidFill>
                            <a:srgbClr val="F8FAF8"/>
                          </a:solidFill>
                          <a:latin typeface="DejaVu Sans"/>
                          <a:ea typeface="DejaVu Sans"/>
                          <a:cs typeface="DejaVu Sans"/>
                        </a:rPr>
                        <a:t>Time or storage</a:t>
                      </a:r>
                    </a:p>
                  </a:txBody>
                  <a:tcPr marL="91440" marR="91440" marT="45720" marB="45720" anchor="ctr">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c>
                  <a:txBody>
                    <a:bodyPr lIns="123825" tIns="104775" rIns="123825" bIns="104775"/>
                    <a:lstStyle/>
                    <a:p>
                      <a:pPr algn="l"/>
                      <a:r>
                        <a:rPr sz="1725" b="1">
                          <a:solidFill>
                            <a:srgbClr val="F8FAF8"/>
                          </a:solidFill>
                          <a:latin typeface="DejaVu Sans"/>
                          <a:ea typeface="DejaVu Sans"/>
                          <a:cs typeface="DejaVu Sans"/>
                        </a:rPr>
                        <a:t>Role in SCNS</a:t>
                      </a:r>
                    </a:p>
                  </a:txBody>
                  <a:tcPr marL="91440" marR="91440" marT="45720" marB="45720" anchor="ctr">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r>
              <a:tr h="638175">
                <a:tc>
                  <a:txBody>
                    <a:bodyPr lIns="123825" tIns="104775" rIns="123825" bIns="104775"/>
                    <a:lstStyle/>
                    <a:p>
                      <a:pPr algn="l"/>
                      <a:r>
                        <a:rPr sz="1725" b="0">
                          <a:solidFill>
                            <a:srgbClr val="F8FAF8"/>
                          </a:solidFill>
                          <a:latin typeface="DejaVu Sans"/>
                          <a:ea typeface="DejaVu Sans"/>
                          <a:cs typeface="DejaVu Sans"/>
                        </a:rPr>
                        <a:t>BFS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Fewest edges, equal weights</a:t>
                      </a:r>
                    </a:p>
                  </a:txBody>
                  <a:tcPr marL="91440" marR="91440" marT="45720" marB="45720" anchor="ctr">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O(V + E) time</a:t>
                      </a:r>
                    </a:p>
                  </a:txBody>
                  <a:tcPr marL="91440" marR="91440" marT="45720" marB="45720" anchor="ctr">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Comparison / reference check</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r h="638175">
                <a:tc>
                  <a:txBody>
                    <a:bodyPr lIns="123825" tIns="104775" rIns="123825" bIns="104775"/>
                    <a:lstStyle/>
                    <a:p>
                      <a:pPr algn="l"/>
                      <a:r>
                        <a:rPr sz="1725" b="0">
                          <a:solidFill>
                            <a:srgbClr val="F8FAF8"/>
                          </a:solidFill>
                          <a:latin typeface="DejaVu Sans"/>
                          <a:ea typeface="DejaVu Sans"/>
                          <a:cs typeface="DejaVu Sans"/>
                        </a:rPr>
                        <a:t>DFS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Reachability exploration</a:t>
                      </a:r>
                    </a:p>
                  </a:txBody>
                  <a:tcPr marL="91440" marR="91440" marT="45720" marB="45720" anchor="ctr">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O(V + E) time</a:t>
                      </a:r>
                    </a:p>
                  </a:txBody>
                  <a:tcPr marL="91440" marR="91440" marT="45720" marB="45720" anchor="ctr">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Comparison, not the router</a:t>
                      </a:r>
                    </a:p>
                  </a:txBody>
                  <a:tcPr marL="91440" marR="91440" marT="45720" marB="45720" anchor="ctr">
                    <a:lnR w="6668">
                      <a:solidFill>
                        <a:srgbClr val="34515D"/>
                      </a:solidFill>
                      <a:prstDash val="solid"/>
                    </a:lnR>
                    <a:lnB w="6668">
                      <a:solidFill>
                        <a:srgbClr val="34515D"/>
                      </a:solidFill>
                      <a:prstDash val="solid"/>
                    </a:lnB>
                    <a:solidFill>
                      <a:srgbClr val="173949"/>
                    </a:solidFill>
                  </a:tcPr>
                </a:tc>
              </a:tr>
              <a:tr h="638175">
                <a:tc>
                  <a:txBody>
                    <a:bodyPr lIns="123825" tIns="104775" rIns="123825" bIns="104775"/>
                    <a:lstStyle/>
                    <a:p>
                      <a:pPr algn="l"/>
                      <a:r>
                        <a:rPr sz="1725" b="0">
                          <a:solidFill>
                            <a:srgbClr val="F8FAF8"/>
                          </a:solidFill>
                          <a:latin typeface="DejaVu Sans"/>
                          <a:ea typeface="DejaVu Sans"/>
                          <a:cs typeface="DejaVu Sans"/>
                        </a:rPr>
                        <a:t>Binary-heap Dijkstra</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Minimum positive-weight cost</a:t>
                      </a:r>
                    </a:p>
                  </a:txBody>
                  <a:tcPr marL="91440" marR="91440" marT="45720" marB="45720" anchor="ctr">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O((V + E) log V) time</a:t>
                      </a:r>
                    </a:p>
                  </a:txBody>
                  <a:tcPr marL="91440" marR="91440" marT="45720" marB="45720" anchor="ctr">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Production routing engine</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r h="638175">
                <a:tc>
                  <a:txBody>
                    <a:bodyPr lIns="123825" tIns="104775" rIns="123825" bIns="104775"/>
                    <a:lstStyle/>
                    <a:p>
                      <a:pPr algn="l"/>
                      <a:r>
                        <a:rPr sz="1725" b="0">
                          <a:solidFill>
                            <a:srgbClr val="F8FAF8"/>
                          </a:solidFill>
                          <a:latin typeface="DejaVu Sans"/>
                          <a:ea typeface="DejaVu Sans"/>
                          <a:cs typeface="DejaVu Sans"/>
                        </a:rPr>
                        <a:t>Adjacency matrix</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Dense graph representation</a:t>
                      </a:r>
                    </a:p>
                  </a:txBody>
                  <a:tcPr marL="91440" marR="91440" marT="45720" marB="45720" anchor="ctr">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O(V²) storage</a:t>
                      </a:r>
                    </a:p>
                  </a:txBody>
                  <a:tcPr marL="91440" marR="91440" marT="45720" marB="45720" anchor="ctr">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Rejected for sparse topology</a:t>
                      </a:r>
                    </a:p>
                  </a:txBody>
                  <a:tcPr marL="91440" marR="91440" marT="45720" marB="45720" anchor="ctr">
                    <a:lnR w="6668">
                      <a:solidFill>
                        <a:srgbClr val="34515D"/>
                      </a:solidFill>
                      <a:prstDash val="solid"/>
                    </a:lnR>
                    <a:lnB w="6668">
                      <a:solidFill>
                        <a:srgbClr val="34515D"/>
                      </a:solidFill>
                      <a:prstDash val="solid"/>
                    </a:lnB>
                    <a:solidFill>
                      <a:srgbClr val="173949"/>
                    </a:solidFill>
                  </a:tcPr>
                </a:tc>
              </a:tr>
            </a:tbl>
          </a:graphicData>
        </a:graphic>
      </p:graphicFrame>
      <p:sp>
        <p:nvSpPr>
          <p:cNvPr id="4" name="text-2">
            <a:extLst xmlns:a="http://schemas.openxmlformats.org/drawingml/2006/main">
              <a:ext uri="{FF2B5EF4-FFF2-40B4-BE49-F238E27FC236}">
                <a16:creationId xmlns:a16="http://schemas.microsoft.com/office/drawing/2014/main" id="{69D3162E-DF13-4CCB-B61A-581CB7CDBEAC}"/>
              </a:ext>
            </a:extLst>
          </p:cNvPr>
          <p:cNvSpPr>
            <a:spLocks xmlns:a="http://schemas.openxmlformats.org/drawingml/2006/main" noGrp="1"/>
          </p:cNvSpPr>
          <p:nvPr/>
        </p:nvSpPr>
        <p:spPr>
          <a:xfrm xmlns:a="http://schemas.openxmlformats.org/drawingml/2006/main">
            <a:off x="733425" y="5048250"/>
            <a:ext cx="1219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8BD2D4"/>
                </a:solidFill>
                <a:latin typeface="DejaVu Sans"/>
                <a:ea typeface="DejaVu Sans"/>
                <a:cs typeface="DejaVu Sans"/>
              </a:defRPr>
            </a:defPPr>
            <a:lvl1pPr algn="l">
              <a:defRPr sz="2175" b="1">
                <a:solidFill>
                  <a:srgbClr val="8BD2D4"/>
                </a:solidFill>
                <a:latin typeface="DejaVu Sans"/>
                <a:ea typeface="DejaVu Sans"/>
                <a:cs typeface="DejaVu Sans"/>
              </a:defRPr>
            </a:lvl1pPr>
            <a:lvl2pPr algn="l">
              <a:defRPr sz="2175" b="1">
                <a:solidFill>
                  <a:srgbClr val="8BD2D4"/>
                </a:solidFill>
                <a:latin typeface="DejaVu Sans"/>
                <a:ea typeface="DejaVu Sans"/>
                <a:cs typeface="DejaVu Sans"/>
              </a:defRPr>
            </a:lvl2pPr>
            <a:lvl3pPr algn="l">
              <a:defRPr sz="2175" b="1">
                <a:solidFill>
                  <a:srgbClr val="8BD2D4"/>
                </a:solidFill>
                <a:latin typeface="DejaVu Sans"/>
                <a:ea typeface="DejaVu Sans"/>
                <a:cs typeface="DejaVu Sans"/>
              </a:defRPr>
            </a:lvl3pPr>
            <a:lvl4pPr algn="l">
              <a:defRPr sz="2175" b="1">
                <a:solidFill>
                  <a:srgbClr val="8BD2D4"/>
                </a:solidFill>
                <a:latin typeface="DejaVu Sans"/>
                <a:ea typeface="DejaVu Sans"/>
                <a:cs typeface="DejaVu Sans"/>
              </a:defRPr>
            </a:lvl4pPr>
            <a:lvl5pPr algn="l">
              <a:defRPr sz="2175" b="1">
                <a:solidFill>
                  <a:srgbClr val="8BD2D4"/>
                </a:solidFill>
                <a:latin typeface="DejaVu Sans"/>
                <a:ea typeface="DejaVu Sans"/>
                <a:cs typeface="DejaVu Sans"/>
              </a:defRPr>
            </a:lvl5pPr>
            <a:lvl6pPr algn="l">
              <a:defRPr sz="2175" b="1">
                <a:solidFill>
                  <a:srgbClr val="8BD2D4"/>
                </a:solidFill>
                <a:latin typeface="DejaVu Sans"/>
                <a:ea typeface="DejaVu Sans"/>
                <a:cs typeface="DejaVu Sans"/>
              </a:defRPr>
            </a:lvl6pPr>
            <a:lvl7pPr algn="l">
              <a:defRPr sz="2175" b="1">
                <a:solidFill>
                  <a:srgbClr val="8BD2D4"/>
                </a:solidFill>
                <a:latin typeface="DejaVu Sans"/>
                <a:ea typeface="DejaVu Sans"/>
                <a:cs typeface="DejaVu Sans"/>
              </a:defRPr>
            </a:lvl7pPr>
            <a:lvl8pPr algn="l">
              <a:defRPr sz="2175" b="1">
                <a:solidFill>
                  <a:srgbClr val="8BD2D4"/>
                </a:solidFill>
                <a:latin typeface="DejaVu Sans"/>
                <a:ea typeface="DejaVu Sans"/>
                <a:cs typeface="DejaVu Sans"/>
              </a:defRPr>
            </a:lvl8pPr>
            <a:lvl9pPr algn="l">
              <a:defRPr sz="2175" b="1">
                <a:solidFill>
                  <a:srgbClr val="8BD2D4"/>
                </a:solidFill>
                <a:latin typeface="DejaVu Sans"/>
                <a:ea typeface="DejaVu Sans"/>
                <a:cs typeface="DejaVu Sans"/>
              </a:defRPr>
            </a:lvl9pPr>
          </a:lstStyle>
          <a:p xmlns:a="http://schemas.openxmlformats.org/drawingml/2006/main">
            <a:pPr algn="l">
              <a:defRPr sz="2175" b="1">
                <a:solidFill>
                  <a:srgbClr val="8BD2D4"/>
                </a:solidFill>
                <a:latin typeface="DejaVu Sans"/>
                <a:ea typeface="DejaVu Sans"/>
                <a:cs typeface="DejaVu Sans"/>
              </a:defRPr>
            </a:pPr>
            <a:r>
              <a:rPr sz="2175" b="1">
                <a:solidFill>
                  <a:srgbClr val="8BD2D4"/>
                </a:solidFill>
                <a:latin typeface="DejaVu Sans"/>
                <a:ea typeface="DejaVu Sans"/>
                <a:cs typeface="DejaVu Sans"/>
              </a:rPr>
              <a:t>Bounds for the implemented lazy heap</a:t>
            </a:r>
          </a:p>
        </p:txBody>
      </p:sp>
      <p:sp>
        <p:nvSpPr>
          <p:cNvPr id="5" name="text-3">
            <a:extLst xmlns:a="http://schemas.openxmlformats.org/drawingml/2006/main">
              <a:ext uri="{FF2B5EF4-FFF2-40B4-BE49-F238E27FC236}">
                <a16:creationId xmlns:a16="http://schemas.microsoft.com/office/drawing/2014/main" id="{88886061-C24C-43D5-A929-B88150F050BE}"/>
              </a:ext>
            </a:extLst>
          </p:cNvPr>
          <p:cNvSpPr>
            <a:spLocks xmlns:a="http://schemas.openxmlformats.org/drawingml/2006/main" noGrp="1"/>
          </p:cNvSpPr>
          <p:nvPr/>
        </p:nvSpPr>
        <p:spPr>
          <a:xfrm xmlns:a="http://schemas.openxmlformats.org/drawingml/2006/main">
            <a:off x="742950" y="5572125"/>
            <a:ext cx="1219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8FAF8"/>
                </a:solidFill>
                <a:latin typeface="DejaVu Sans Mono"/>
                <a:ea typeface="DejaVu Sans Mono"/>
                <a:cs typeface="DejaVu Sans Mono"/>
              </a:defRPr>
            </a:defPPr>
            <a:lvl1pPr algn="l">
              <a:defRPr sz="2025" b="0">
                <a:solidFill>
                  <a:srgbClr val="F8FAF8"/>
                </a:solidFill>
                <a:latin typeface="DejaVu Sans Mono"/>
                <a:ea typeface="DejaVu Sans Mono"/>
                <a:cs typeface="DejaVu Sans Mono"/>
              </a:defRPr>
            </a:lvl1pPr>
            <a:lvl2pPr algn="l">
              <a:defRPr sz="2025" b="0">
                <a:solidFill>
                  <a:srgbClr val="F8FAF8"/>
                </a:solidFill>
                <a:latin typeface="DejaVu Sans Mono"/>
                <a:ea typeface="DejaVu Sans Mono"/>
                <a:cs typeface="DejaVu Sans Mono"/>
              </a:defRPr>
            </a:lvl2pPr>
            <a:lvl3pPr algn="l">
              <a:defRPr sz="2025" b="0">
                <a:solidFill>
                  <a:srgbClr val="F8FAF8"/>
                </a:solidFill>
                <a:latin typeface="DejaVu Sans Mono"/>
                <a:ea typeface="DejaVu Sans Mono"/>
                <a:cs typeface="DejaVu Sans Mono"/>
              </a:defRPr>
            </a:lvl3pPr>
            <a:lvl4pPr algn="l">
              <a:defRPr sz="2025" b="0">
                <a:solidFill>
                  <a:srgbClr val="F8FAF8"/>
                </a:solidFill>
                <a:latin typeface="DejaVu Sans Mono"/>
                <a:ea typeface="DejaVu Sans Mono"/>
                <a:cs typeface="DejaVu Sans Mono"/>
              </a:defRPr>
            </a:lvl4pPr>
            <a:lvl5pPr algn="l">
              <a:defRPr sz="2025" b="0">
                <a:solidFill>
                  <a:srgbClr val="F8FAF8"/>
                </a:solidFill>
                <a:latin typeface="DejaVu Sans Mono"/>
                <a:ea typeface="DejaVu Sans Mono"/>
                <a:cs typeface="DejaVu Sans Mono"/>
              </a:defRPr>
            </a:lvl5pPr>
            <a:lvl6pPr algn="l">
              <a:defRPr sz="2025" b="0">
                <a:solidFill>
                  <a:srgbClr val="F8FAF8"/>
                </a:solidFill>
                <a:latin typeface="DejaVu Sans Mono"/>
                <a:ea typeface="DejaVu Sans Mono"/>
                <a:cs typeface="DejaVu Sans Mono"/>
              </a:defRPr>
            </a:lvl6pPr>
            <a:lvl7pPr algn="l">
              <a:defRPr sz="2025" b="0">
                <a:solidFill>
                  <a:srgbClr val="F8FAF8"/>
                </a:solidFill>
                <a:latin typeface="DejaVu Sans Mono"/>
                <a:ea typeface="DejaVu Sans Mono"/>
                <a:cs typeface="DejaVu Sans Mono"/>
              </a:defRPr>
            </a:lvl7pPr>
            <a:lvl8pPr algn="l">
              <a:defRPr sz="2025" b="0">
                <a:solidFill>
                  <a:srgbClr val="F8FAF8"/>
                </a:solidFill>
                <a:latin typeface="DejaVu Sans Mono"/>
                <a:ea typeface="DejaVu Sans Mono"/>
                <a:cs typeface="DejaVu Sans Mono"/>
              </a:defRPr>
            </a:lvl8pPr>
            <a:lvl9pPr algn="l">
              <a:defRPr sz="2025" b="0">
                <a:solidFill>
                  <a:srgbClr val="F8FAF8"/>
                </a:solidFill>
                <a:latin typeface="DejaVu Sans Mono"/>
                <a:ea typeface="DejaVu Sans Mono"/>
                <a:cs typeface="DejaVu Sans Mono"/>
              </a:defRPr>
            </a:lvl9pPr>
          </a:lstStyle>
          <a:p xmlns:a="http://schemas.openxmlformats.org/drawingml/2006/main">
            <a:pPr algn="l">
              <a:defRPr sz="2025" b="0">
                <a:solidFill>
                  <a:srgbClr val="F8FAF8"/>
                </a:solidFill>
                <a:latin typeface="DejaVu Sans Mono"/>
                <a:ea typeface="DejaVu Sans Mono"/>
                <a:cs typeface="DejaVu Sans Mono"/>
              </a:defRPr>
            </a:pPr>
            <a:r>
              <a:rPr sz="2025" b="0">
                <a:solidFill>
                  <a:srgbClr val="F8FAF8"/>
                </a:solidFill>
                <a:latin typeface="DejaVu Sans Mono"/>
                <a:ea typeface="DejaVu Sans Mono"/>
                <a:cs typeface="DejaVu Sans Mono"/>
              </a:rPr>
              <a:t>Search: O((V + E) log(V + E))    Working space: O(V + E)</a:t>
            </a:r>
          </a:p>
        </p:txBody>
      </p:sp>
      <p:sp>
        <p:nvSpPr>
          <p:cNvPr id="6" name="text-4">
            <a:extLst xmlns:a="http://schemas.openxmlformats.org/drawingml/2006/main">
              <a:ext uri="{FF2B5EF4-FFF2-40B4-BE49-F238E27FC236}">
                <a16:creationId xmlns:a16="http://schemas.microsoft.com/office/drawing/2014/main" id="{E3F01784-46C9-40B0-A64D-47C344562F75}"/>
              </a:ext>
            </a:extLst>
          </p:cNvPr>
          <p:cNvSpPr>
            <a:spLocks xmlns:a="http://schemas.openxmlformats.org/drawingml/2006/main" noGrp="1"/>
          </p:cNvSpPr>
          <p:nvPr/>
        </p:nvSpPr>
        <p:spPr>
          <a:xfrm xmlns:a="http://schemas.openxmlformats.org/drawingml/2006/main">
            <a:off x="742950" y="6229350"/>
            <a:ext cx="12192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8FAF8"/>
                </a:solidFill>
                <a:latin typeface="DejaVu Sans"/>
                <a:ea typeface="DejaVu Sans"/>
                <a:cs typeface="DejaVu Sans"/>
              </a:defRPr>
            </a:defPPr>
            <a:lvl1pPr algn="l">
              <a:defRPr sz="1800" b="0">
                <a:solidFill>
                  <a:srgbClr val="F8FAF8"/>
                </a:solidFill>
                <a:latin typeface="DejaVu Sans"/>
                <a:ea typeface="DejaVu Sans"/>
                <a:cs typeface="DejaVu Sans"/>
              </a:defRPr>
            </a:lvl1pPr>
            <a:lvl2pPr algn="l">
              <a:defRPr sz="1800" b="0">
                <a:solidFill>
                  <a:srgbClr val="F8FAF8"/>
                </a:solidFill>
                <a:latin typeface="DejaVu Sans"/>
                <a:ea typeface="DejaVu Sans"/>
                <a:cs typeface="DejaVu Sans"/>
              </a:defRPr>
            </a:lvl2pPr>
            <a:lvl3pPr algn="l">
              <a:defRPr sz="1800" b="0">
                <a:solidFill>
                  <a:srgbClr val="F8FAF8"/>
                </a:solidFill>
                <a:latin typeface="DejaVu Sans"/>
                <a:ea typeface="DejaVu Sans"/>
                <a:cs typeface="DejaVu Sans"/>
              </a:defRPr>
            </a:lvl3pPr>
            <a:lvl4pPr algn="l">
              <a:defRPr sz="1800" b="0">
                <a:solidFill>
                  <a:srgbClr val="F8FAF8"/>
                </a:solidFill>
                <a:latin typeface="DejaVu Sans"/>
                <a:ea typeface="DejaVu Sans"/>
                <a:cs typeface="DejaVu Sans"/>
              </a:defRPr>
            </a:lvl4pPr>
            <a:lvl5pPr algn="l">
              <a:defRPr sz="1800" b="0">
                <a:solidFill>
                  <a:srgbClr val="F8FAF8"/>
                </a:solidFill>
                <a:latin typeface="DejaVu Sans"/>
                <a:ea typeface="DejaVu Sans"/>
                <a:cs typeface="DejaVu Sans"/>
              </a:defRPr>
            </a:lvl5pPr>
            <a:lvl6pPr algn="l">
              <a:defRPr sz="1800" b="0">
                <a:solidFill>
                  <a:srgbClr val="F8FAF8"/>
                </a:solidFill>
                <a:latin typeface="DejaVu Sans"/>
                <a:ea typeface="DejaVu Sans"/>
                <a:cs typeface="DejaVu Sans"/>
              </a:defRPr>
            </a:lvl6pPr>
            <a:lvl7pPr algn="l">
              <a:defRPr sz="1800" b="0">
                <a:solidFill>
                  <a:srgbClr val="F8FAF8"/>
                </a:solidFill>
                <a:latin typeface="DejaVu Sans"/>
                <a:ea typeface="DejaVu Sans"/>
                <a:cs typeface="DejaVu Sans"/>
              </a:defRPr>
            </a:lvl7pPr>
            <a:lvl8pPr algn="l">
              <a:defRPr sz="1800" b="0">
                <a:solidFill>
                  <a:srgbClr val="F8FAF8"/>
                </a:solidFill>
                <a:latin typeface="DejaVu Sans"/>
                <a:ea typeface="DejaVu Sans"/>
                <a:cs typeface="DejaVu Sans"/>
              </a:defRPr>
            </a:lvl8pPr>
            <a:lvl9pPr algn="l">
              <a:defRPr sz="1800" b="0">
                <a:solidFill>
                  <a:srgbClr val="F8FAF8"/>
                </a:solidFill>
                <a:latin typeface="DejaVu Sans"/>
                <a:ea typeface="DejaVu Sans"/>
                <a:cs typeface="DejaVu Sans"/>
              </a:defRPr>
            </a:lvl9pPr>
          </a:lstStyle>
          <a:p xmlns:a="http://schemas.openxmlformats.org/drawingml/2006/main">
            <a:pPr algn="l">
              <a:defRPr sz="1800" b="0">
                <a:solidFill>
                  <a:srgbClr val="F8FAF8"/>
                </a:solidFill>
                <a:latin typeface="DejaVu Sans"/>
                <a:ea typeface="DejaVu Sans"/>
                <a:cs typeface="DejaVu Sans"/>
              </a:defRPr>
            </a:pPr>
            <a:r>
              <a:rPr sz="1800" b="0">
                <a:solidFill>
                  <a:srgbClr val="F8FAF8"/>
                </a:solidFill>
                <a:latin typeface="DejaVu Sans"/>
                <a:ea typeface="DejaVu Sans"/>
                <a:cs typeface="DejaVu Sans"/>
              </a:rPr>
              <a:t>Preprocessing adds O(S log S) source ordering and at most O(E log E) outgoing ordering.</a:t>
            </a:r>
          </a:p>
        </p:txBody>
      </p:sp>
      <p:sp>
        <p:nvSpPr>
          <p:cNvPr id="7" name="text-5">
            <a:extLst xmlns:a="http://schemas.openxmlformats.org/drawingml/2006/main">
              <a:ext uri="{FF2B5EF4-FFF2-40B4-BE49-F238E27FC236}">
                <a16:creationId xmlns:a16="http://schemas.microsoft.com/office/drawing/2014/main" id="{ABE84050-2424-46D3-AB3D-0224B58B665F}"/>
              </a:ext>
            </a:extLst>
          </p:cNvPr>
          <p:cNvSpPr>
            <a:spLocks xmlns:a="http://schemas.openxmlformats.org/drawingml/2006/main" noGrp="1"/>
          </p:cNvSpPr>
          <p:nvPr/>
        </p:nvSpPr>
        <p:spPr>
          <a:xfrm xmlns:a="http://schemas.openxmlformats.org/drawingml/2006/main">
            <a:off x="742950" y="7058025"/>
            <a:ext cx="1181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BD2D4"/>
                </a:solidFill>
                <a:latin typeface="DejaVu Sans"/>
                <a:ea typeface="DejaVu Sans"/>
                <a:cs typeface="DejaVu Sans"/>
              </a:defRPr>
            </a:defPPr>
            <a:lvl1pPr algn="l">
              <a:defRPr sz="1350" b="0">
                <a:solidFill>
                  <a:srgbClr val="8BD2D4"/>
                </a:solidFill>
                <a:latin typeface="DejaVu Sans"/>
                <a:ea typeface="DejaVu Sans"/>
                <a:cs typeface="DejaVu Sans"/>
              </a:defRPr>
            </a:lvl1pPr>
            <a:lvl2pPr algn="l">
              <a:defRPr sz="1350" b="0">
                <a:solidFill>
                  <a:srgbClr val="8BD2D4"/>
                </a:solidFill>
                <a:latin typeface="DejaVu Sans"/>
                <a:ea typeface="DejaVu Sans"/>
                <a:cs typeface="DejaVu Sans"/>
              </a:defRPr>
            </a:lvl2pPr>
            <a:lvl3pPr algn="l">
              <a:defRPr sz="1350" b="0">
                <a:solidFill>
                  <a:srgbClr val="8BD2D4"/>
                </a:solidFill>
                <a:latin typeface="DejaVu Sans"/>
                <a:ea typeface="DejaVu Sans"/>
                <a:cs typeface="DejaVu Sans"/>
              </a:defRPr>
            </a:lvl3pPr>
            <a:lvl4pPr algn="l">
              <a:defRPr sz="1350" b="0">
                <a:solidFill>
                  <a:srgbClr val="8BD2D4"/>
                </a:solidFill>
                <a:latin typeface="DejaVu Sans"/>
                <a:ea typeface="DejaVu Sans"/>
                <a:cs typeface="DejaVu Sans"/>
              </a:defRPr>
            </a:lvl4pPr>
            <a:lvl5pPr algn="l">
              <a:defRPr sz="1350" b="0">
                <a:solidFill>
                  <a:srgbClr val="8BD2D4"/>
                </a:solidFill>
                <a:latin typeface="DejaVu Sans"/>
                <a:ea typeface="DejaVu Sans"/>
                <a:cs typeface="DejaVu Sans"/>
              </a:defRPr>
            </a:lvl5pPr>
            <a:lvl6pPr algn="l">
              <a:defRPr sz="1350" b="0">
                <a:solidFill>
                  <a:srgbClr val="8BD2D4"/>
                </a:solidFill>
                <a:latin typeface="DejaVu Sans"/>
                <a:ea typeface="DejaVu Sans"/>
                <a:cs typeface="DejaVu Sans"/>
              </a:defRPr>
            </a:lvl6pPr>
            <a:lvl7pPr algn="l">
              <a:defRPr sz="1350" b="0">
                <a:solidFill>
                  <a:srgbClr val="8BD2D4"/>
                </a:solidFill>
                <a:latin typeface="DejaVu Sans"/>
                <a:ea typeface="DejaVu Sans"/>
                <a:cs typeface="DejaVu Sans"/>
              </a:defRPr>
            </a:lvl7pPr>
            <a:lvl8pPr algn="l">
              <a:defRPr sz="1350" b="0">
                <a:solidFill>
                  <a:srgbClr val="8BD2D4"/>
                </a:solidFill>
                <a:latin typeface="DejaVu Sans"/>
                <a:ea typeface="DejaVu Sans"/>
                <a:cs typeface="DejaVu Sans"/>
              </a:defRPr>
            </a:lvl8pPr>
            <a:lvl9pPr algn="l">
              <a:defRPr sz="1350" b="0">
                <a:solidFill>
                  <a:srgbClr val="8BD2D4"/>
                </a:solidFill>
                <a:latin typeface="DejaVu Sans"/>
                <a:ea typeface="DejaVu Sans"/>
                <a:cs typeface="DejaVu Sans"/>
              </a:defRPr>
            </a:lvl9pPr>
          </a:lstStyle>
          <a:p xmlns:a="http://schemas.openxmlformats.org/drawingml/2006/main">
            <a:pPr algn="l">
              <a:defRPr sz="1350" b="0">
                <a:solidFill>
                  <a:srgbClr val="8BD2D4"/>
                </a:solidFill>
                <a:latin typeface="DejaVu Sans"/>
                <a:ea typeface="DejaVu Sans"/>
                <a:cs typeface="DejaVu Sans"/>
              </a:defRPr>
            </a:pPr>
            <a:r>
              <a:rPr sz="1350" b="0">
                <a:solidFill>
                  <a:srgbClr val="8BD2D4"/>
                </a:solidFill>
                <a:latin typeface="DejaVu Sans"/>
                <a:ea typeface="DejaVu Sans"/>
                <a:cs typeface="DejaVu Sans"/>
              </a:rPr>
              <a:t>V = vertices, E = directed arcs, S = source nodes (S ≤ V). These are theoretical bounds.</a:t>
            </a:r>
          </a:p>
        </p:txBody>
      </p:sp>
    </p:spTree>
    <p:extLst>
      <p:ext uri="{BB962C8B-B14F-4D97-AF65-F5344CB8AC3E}">
        <p14:creationId xmlns:p14="http://schemas.microsoft.com/office/powerpoint/2010/main" val="192381945"/>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7EB5E14-7A6D-43DD-B1A7-055768C153D8}"/>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Cost policies and constrained pathfinding</a:t>
            </a:r>
          </a:p>
        </p:txBody>
      </p:sp>
      <p:sp>
        <p:nvSpPr>
          <p:cNvPr id="2" name="text-1">
            <a:extLst xmlns:a="http://schemas.openxmlformats.org/drawingml/2006/main">
              <a:ext uri="{FF2B5EF4-FFF2-40B4-BE49-F238E27FC236}">
                <a16:creationId xmlns:a16="http://schemas.microsoft.com/office/drawing/2014/main" id="{EC2E0028-7F91-4C60-B673-F66D4DC6747F}"/>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08</a:t>
            </a:r>
          </a:p>
        </p:txBody>
      </p:sp>
      <p:graphicFrame>
        <p:nvGraphicFramePr>
          <p:cNvPr id="3" name="">
            <a:extLst xmlns:a="http://schemas.openxmlformats.org/drawingml/2006/main">
              <a:ext uri="{FF2B5EF4-FFF2-40B4-BE49-F238E27FC236}">
                <a16:creationId xmlns:a16="http://schemas.microsoft.com/office/drawing/2014/main" id="{BE822E94-0C6C-4991-B1E4-3CA9FEE7917C}"/>
              </a:ext>
            </a:extLst>
          </p:cNvPr>
          <p:cNvGraphicFramePr/>
          <p:nvPr/>
        </p:nvGraphicFramePr>
        <p:xfrm>
          <a:off xmlns:a="http://schemas.openxmlformats.org/drawingml/2006/main" x="666750" y="1533525"/>
          <a:ext xmlns:a="http://schemas.openxmlformats.org/drawingml/2006/main" cx="12334875" cy="2333625"/>
        </p:xfrm>
        <a:graphic xmlns:a="http://schemas.openxmlformats.org/drawingml/2006/main">
          <a:graphicData uri="http://schemas.openxmlformats.org/drawingml/2006/table">
            <a:tbl>
              <a:tblPr firstRow="1" bandRow="0"/>
              <a:tblGrid>
                <a:gridCol w="3048000"/>
                <a:gridCol w="3857625"/>
                <a:gridCol w="5429250"/>
              </a:tblGrid>
              <a:tr h="583406">
                <a:tc>
                  <a:txBody>
                    <a:bodyPr lIns="123825" tIns="104775" rIns="123825" bIns="104775"/>
                    <a:lstStyle/>
                    <a:p>
                      <a:pPr algn="l"/>
                      <a:r>
                        <a:rPr sz="1800" b="1">
                          <a:solidFill>
                            <a:srgbClr val="F8FAF8"/>
                          </a:solidFill>
                          <a:latin typeface="DejaVu Sans"/>
                          <a:ea typeface="DejaVu Sans"/>
                          <a:cs typeface="DejaVu Sans"/>
                        </a:rPr>
                        <a:t>Policy</a:t>
                      </a:r>
                    </a:p>
                  </a:txBody>
                  <a:tcPr marL="91440" marR="91440" marT="45720" marB="45720" anchor="ctr">
                    <a:lnL w="6668">
                      <a:solidFill>
                        <a:srgbClr val="CBD7D8"/>
                      </a:solidFill>
                      <a:prstDash val="solid"/>
                    </a:lnL>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800" b="1">
                          <a:solidFill>
                            <a:srgbClr val="F8FAF8"/>
                          </a:solidFill>
                          <a:latin typeface="DejaVu Sans"/>
                          <a:ea typeface="DejaVu Sans"/>
                          <a:cs typeface="DejaVu Sans"/>
                        </a:rPr>
                        <a:t>Edge cost w(e)</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800" b="1">
                          <a:solidFill>
                            <a:srgbClr val="F8FAF8"/>
                          </a:solidFill>
                          <a:latin typeface="DejaVu Sans"/>
                          <a:ea typeface="DejaVu Sans"/>
                          <a:cs typeface="DejaVu Sans"/>
                        </a:rPr>
                        <a:t>What Dijkstra minimizes</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r>
              <a:tr h="583406">
                <a:tc>
                  <a:txBody>
                    <a:bodyPr lIns="123825" tIns="104775" rIns="123825" bIns="104775"/>
                    <a:lstStyle/>
                    <a:p>
                      <a:pPr algn="l"/>
                      <a:r>
                        <a:rPr sz="1800" b="0">
                          <a:solidFill>
                            <a:srgbClr val="233B45"/>
                          </a:solidFill>
                          <a:latin typeface="DejaVu Sans"/>
                          <a:ea typeface="DejaVu Sans"/>
                          <a:cs typeface="DejaVu Sans"/>
                        </a:rPr>
                        <a:t>Metric shortest</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Eligible stored metres</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Total stored path distance</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583406">
                <a:tc>
                  <a:txBody>
                    <a:bodyPr lIns="123825" tIns="104775" rIns="123825" bIns="104775"/>
                    <a:lstStyle/>
                    <a:p>
                      <a:pPr algn="l"/>
                      <a:r>
                        <a:rPr sz="1800" b="0">
                          <a:solidFill>
                            <a:srgbClr val="233B45"/>
                          </a:solidFill>
                          <a:latin typeface="DejaVu Sans"/>
                          <a:ea typeface="DejaVu Sans"/>
                          <a:cs typeface="DejaVu Sans"/>
                        </a:rPr>
                        <a:t>Directions only</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1 for each eligible edge</a:t>
                      </a:r>
                    </a:p>
                  </a:txBody>
                  <a:tcPr marL="91440" marR="91440" marT="45720" marB="45720" anchor="ctr">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800" b="0">
                          <a:solidFill>
                            <a:srgbClr val="233B45"/>
                          </a:solidFill>
                          <a:latin typeface="DejaVu Sans"/>
                          <a:ea typeface="DejaVu Sans"/>
                          <a:cs typeface="DejaVu Sans"/>
                        </a:rPr>
                        <a:t>Number of traversals</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r h="583406">
                <a:tc>
                  <a:txBody>
                    <a:bodyPr lIns="123825" tIns="104775" rIns="123825" bIns="104775"/>
                    <a:lstStyle/>
                    <a:p>
                      <a:pPr algn="l"/>
                      <a:r>
                        <a:rPr sz="1800" b="0">
                          <a:solidFill>
                            <a:srgbClr val="233B45"/>
                          </a:solidFill>
                          <a:latin typeface="DejaVu Sans"/>
                          <a:ea typeface="DejaVu Sans"/>
                          <a:cs typeface="DejaVu Sans"/>
                        </a:rPr>
                        <a:t>Fastest</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Supported baseline seconds</a:t>
                      </a:r>
                    </a:p>
                  </a:txBody>
                  <a:tcPr marL="91440" marR="91440" marT="45720" marB="45720" anchor="ctr">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800" b="0">
                          <a:solidFill>
                            <a:srgbClr val="233B45"/>
                          </a:solidFill>
                          <a:latin typeface="DejaVu Sans"/>
                          <a:ea typeface="DejaVu Sans"/>
                          <a:cs typeface="DejaVu Sans"/>
                        </a:rPr>
                        <a:t>Estimated duration</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89313FB-7A0F-41CF-94C7-2385E2ECFD6E}"/>
              </a:ext>
            </a:extLst>
          </p:cNvPr>
          <p:cNvSpPr>
            <a:spLocks xmlns:a="http://schemas.openxmlformats.org/drawingml/2006/main" noGrp="1"/>
          </p:cNvSpPr>
          <p:nvPr/>
        </p:nvSpPr>
        <p:spPr>
          <a:xfrm xmlns:a="http://schemas.openxmlformats.org/drawingml/2006/main">
            <a:off x="733425" y="4200525"/>
            <a:ext cx="1219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Same endpoints: University Entrance to E05</a:t>
            </a:r>
          </a:p>
        </p:txBody>
      </p:sp>
      <p:sp>
        <p:nvSpPr>
          <p:cNvPr id="5" name="text-3">
            <a:extLst xmlns:a="http://schemas.openxmlformats.org/drawingml/2006/main">
              <a:ext uri="{FF2B5EF4-FFF2-40B4-BE49-F238E27FC236}">
                <a16:creationId xmlns:a16="http://schemas.microsoft.com/office/drawing/2014/main" id="{F628BA52-F5F8-40C6-8804-E3DB7DA0760F}"/>
              </a:ext>
            </a:extLst>
          </p:cNvPr>
          <p:cNvSpPr>
            <a:spLocks xmlns:a="http://schemas.openxmlformats.org/drawingml/2006/main" noGrp="1"/>
          </p:cNvSpPr>
          <p:nvPr/>
        </p:nvSpPr>
        <p:spPr>
          <a:xfrm xmlns:a="http://schemas.openxmlformats.org/drawingml/2006/main">
            <a:off x="752475" y="4714875"/>
            <a:ext cx="581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22D3B"/>
                </a:solidFill>
                <a:latin typeface="DejaVu Sans"/>
                <a:ea typeface="DejaVu Sans"/>
                <a:cs typeface="DejaVu Sans"/>
              </a:defRPr>
            </a:defPPr>
            <a:lvl1pPr algn="l">
              <a:defRPr sz="2625" b="1">
                <a:solidFill>
                  <a:srgbClr val="122D3B"/>
                </a:solidFill>
                <a:latin typeface="DejaVu Sans"/>
                <a:ea typeface="DejaVu Sans"/>
                <a:cs typeface="DejaVu Sans"/>
              </a:defRPr>
            </a:lvl1pPr>
            <a:lvl2pPr algn="l">
              <a:defRPr sz="2625" b="1">
                <a:solidFill>
                  <a:srgbClr val="122D3B"/>
                </a:solidFill>
                <a:latin typeface="DejaVu Sans"/>
                <a:ea typeface="DejaVu Sans"/>
                <a:cs typeface="DejaVu Sans"/>
              </a:defRPr>
            </a:lvl2pPr>
            <a:lvl3pPr algn="l">
              <a:defRPr sz="2625" b="1">
                <a:solidFill>
                  <a:srgbClr val="122D3B"/>
                </a:solidFill>
                <a:latin typeface="DejaVu Sans"/>
                <a:ea typeface="DejaVu Sans"/>
                <a:cs typeface="DejaVu Sans"/>
              </a:defRPr>
            </a:lvl3pPr>
            <a:lvl4pPr algn="l">
              <a:defRPr sz="2625" b="1">
                <a:solidFill>
                  <a:srgbClr val="122D3B"/>
                </a:solidFill>
                <a:latin typeface="DejaVu Sans"/>
                <a:ea typeface="DejaVu Sans"/>
                <a:cs typeface="DejaVu Sans"/>
              </a:defRPr>
            </a:lvl4pPr>
            <a:lvl5pPr algn="l">
              <a:defRPr sz="2625" b="1">
                <a:solidFill>
                  <a:srgbClr val="122D3B"/>
                </a:solidFill>
                <a:latin typeface="DejaVu Sans"/>
                <a:ea typeface="DejaVu Sans"/>
                <a:cs typeface="DejaVu Sans"/>
              </a:defRPr>
            </a:lvl5pPr>
            <a:lvl6pPr algn="l">
              <a:defRPr sz="2625" b="1">
                <a:solidFill>
                  <a:srgbClr val="122D3B"/>
                </a:solidFill>
                <a:latin typeface="DejaVu Sans"/>
                <a:ea typeface="DejaVu Sans"/>
                <a:cs typeface="DejaVu Sans"/>
              </a:defRPr>
            </a:lvl6pPr>
            <a:lvl7pPr algn="l">
              <a:defRPr sz="2625" b="1">
                <a:solidFill>
                  <a:srgbClr val="122D3B"/>
                </a:solidFill>
                <a:latin typeface="DejaVu Sans"/>
                <a:ea typeface="DejaVu Sans"/>
                <a:cs typeface="DejaVu Sans"/>
              </a:defRPr>
            </a:lvl7pPr>
            <a:lvl8pPr algn="l">
              <a:defRPr sz="2625" b="1">
                <a:solidFill>
                  <a:srgbClr val="122D3B"/>
                </a:solidFill>
                <a:latin typeface="DejaVu Sans"/>
                <a:ea typeface="DejaVu Sans"/>
                <a:cs typeface="DejaVu Sans"/>
              </a:defRPr>
            </a:lvl8pPr>
            <a:lvl9pPr algn="l">
              <a:defRPr sz="2625" b="1">
                <a:solidFill>
                  <a:srgbClr val="122D3B"/>
                </a:solidFill>
                <a:latin typeface="DejaVu Sans"/>
                <a:ea typeface="DejaVu Sans"/>
                <a:cs typeface="DejaVu Sans"/>
              </a:defRPr>
            </a:lvl9pPr>
          </a:lstStyle>
          <a:p xmlns:a="http://schemas.openxmlformats.org/drawingml/2006/main">
            <a:pPr algn="l">
              <a:defRPr sz="2625" b="1">
                <a:solidFill>
                  <a:srgbClr val="122D3B"/>
                </a:solidFill>
                <a:latin typeface="DejaVu Sans"/>
                <a:ea typeface="DejaVu Sans"/>
                <a:cs typeface="DejaVu Sans"/>
              </a:defRPr>
            </a:pPr>
            <a:r>
              <a:rPr sz="2625" b="1">
                <a:solidFill>
                  <a:srgbClr val="122D3B"/>
                </a:solidFill>
                <a:latin typeface="DejaVu Sans"/>
                <a:ea typeface="DejaVu Sans"/>
                <a:cs typeface="DejaVu Sans"/>
              </a:rPr>
              <a:t>513.10 m / 13 edges</a:t>
            </a:r>
          </a:p>
        </p:txBody>
      </p:sp>
      <p:sp>
        <p:nvSpPr>
          <p:cNvPr id="6" name="text-4">
            <a:extLst xmlns:a="http://schemas.openxmlformats.org/drawingml/2006/main">
              <a:ext uri="{FF2B5EF4-FFF2-40B4-BE49-F238E27FC236}">
                <a16:creationId xmlns:a16="http://schemas.microsoft.com/office/drawing/2014/main" id="{A0DAA027-3D15-4953-8AF4-88AFBCF266DD}"/>
              </a:ext>
            </a:extLst>
          </p:cNvPr>
          <p:cNvSpPr>
            <a:spLocks xmlns:a="http://schemas.openxmlformats.org/drawingml/2006/main" noGrp="1"/>
          </p:cNvSpPr>
          <p:nvPr/>
        </p:nvSpPr>
        <p:spPr>
          <a:xfrm xmlns:a="http://schemas.openxmlformats.org/drawingml/2006/main">
            <a:off x="7162800" y="4714875"/>
            <a:ext cx="581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9C5C22"/>
                </a:solidFill>
                <a:latin typeface="DejaVu Sans"/>
                <a:ea typeface="DejaVu Sans"/>
                <a:cs typeface="DejaVu Sans"/>
              </a:defRPr>
            </a:defPPr>
            <a:lvl1pPr algn="l">
              <a:defRPr sz="2625" b="1">
                <a:solidFill>
                  <a:srgbClr val="9C5C22"/>
                </a:solidFill>
                <a:latin typeface="DejaVu Sans"/>
                <a:ea typeface="DejaVu Sans"/>
                <a:cs typeface="DejaVu Sans"/>
              </a:defRPr>
            </a:lvl1pPr>
            <a:lvl2pPr algn="l">
              <a:defRPr sz="2625" b="1">
                <a:solidFill>
                  <a:srgbClr val="9C5C22"/>
                </a:solidFill>
                <a:latin typeface="DejaVu Sans"/>
                <a:ea typeface="DejaVu Sans"/>
                <a:cs typeface="DejaVu Sans"/>
              </a:defRPr>
            </a:lvl2pPr>
            <a:lvl3pPr algn="l">
              <a:defRPr sz="2625" b="1">
                <a:solidFill>
                  <a:srgbClr val="9C5C22"/>
                </a:solidFill>
                <a:latin typeface="DejaVu Sans"/>
                <a:ea typeface="DejaVu Sans"/>
                <a:cs typeface="DejaVu Sans"/>
              </a:defRPr>
            </a:lvl3pPr>
            <a:lvl4pPr algn="l">
              <a:defRPr sz="2625" b="1">
                <a:solidFill>
                  <a:srgbClr val="9C5C22"/>
                </a:solidFill>
                <a:latin typeface="DejaVu Sans"/>
                <a:ea typeface="DejaVu Sans"/>
                <a:cs typeface="DejaVu Sans"/>
              </a:defRPr>
            </a:lvl4pPr>
            <a:lvl5pPr algn="l">
              <a:defRPr sz="2625" b="1">
                <a:solidFill>
                  <a:srgbClr val="9C5C22"/>
                </a:solidFill>
                <a:latin typeface="DejaVu Sans"/>
                <a:ea typeface="DejaVu Sans"/>
                <a:cs typeface="DejaVu Sans"/>
              </a:defRPr>
            </a:lvl5pPr>
            <a:lvl6pPr algn="l">
              <a:defRPr sz="2625" b="1">
                <a:solidFill>
                  <a:srgbClr val="9C5C22"/>
                </a:solidFill>
                <a:latin typeface="DejaVu Sans"/>
                <a:ea typeface="DejaVu Sans"/>
                <a:cs typeface="DejaVu Sans"/>
              </a:defRPr>
            </a:lvl6pPr>
            <a:lvl7pPr algn="l">
              <a:defRPr sz="2625" b="1">
                <a:solidFill>
                  <a:srgbClr val="9C5C22"/>
                </a:solidFill>
                <a:latin typeface="DejaVu Sans"/>
                <a:ea typeface="DejaVu Sans"/>
                <a:cs typeface="DejaVu Sans"/>
              </a:defRPr>
            </a:lvl7pPr>
            <a:lvl8pPr algn="l">
              <a:defRPr sz="2625" b="1">
                <a:solidFill>
                  <a:srgbClr val="9C5C22"/>
                </a:solidFill>
                <a:latin typeface="DejaVu Sans"/>
                <a:ea typeface="DejaVu Sans"/>
                <a:cs typeface="DejaVu Sans"/>
              </a:defRPr>
            </a:lvl8pPr>
            <a:lvl9pPr algn="l">
              <a:defRPr sz="2625" b="1">
                <a:solidFill>
                  <a:srgbClr val="9C5C22"/>
                </a:solidFill>
                <a:latin typeface="DejaVu Sans"/>
                <a:ea typeface="DejaVu Sans"/>
                <a:cs typeface="DejaVu Sans"/>
              </a:defRPr>
            </a:lvl9pPr>
          </a:lstStyle>
          <a:p xmlns:a="http://schemas.openxmlformats.org/drawingml/2006/main">
            <a:pPr algn="l">
              <a:defRPr sz="2625" b="1">
                <a:solidFill>
                  <a:srgbClr val="9C5C22"/>
                </a:solidFill>
                <a:latin typeface="DejaVu Sans"/>
                <a:ea typeface="DejaVu Sans"/>
                <a:cs typeface="DejaVu Sans"/>
              </a:defRPr>
            </a:pPr>
            <a:r>
              <a:rPr sz="2625" b="1">
                <a:solidFill>
                  <a:srgbClr val="9C5C22"/>
                </a:solidFill>
                <a:latin typeface="DejaVu Sans"/>
                <a:ea typeface="DejaVu Sans"/>
                <a:cs typeface="DejaVu Sans"/>
              </a:rPr>
              <a:t>799.32 m / 9 edges</a:t>
            </a:r>
          </a:p>
        </p:txBody>
      </p:sp>
      <p:sp>
        <p:nvSpPr>
          <p:cNvPr id="7" name="text-5">
            <a:extLst xmlns:a="http://schemas.openxmlformats.org/drawingml/2006/main">
              <a:ext uri="{FF2B5EF4-FFF2-40B4-BE49-F238E27FC236}">
                <a16:creationId xmlns:a16="http://schemas.microsoft.com/office/drawing/2014/main" id="{20BA71B7-4248-45ED-9D2D-30B650F06219}"/>
              </a:ext>
            </a:extLst>
          </p:cNvPr>
          <p:cNvSpPr>
            <a:spLocks xmlns:a="http://schemas.openxmlformats.org/drawingml/2006/main" noGrp="1"/>
          </p:cNvSpPr>
          <p:nvPr/>
        </p:nvSpPr>
        <p:spPr>
          <a:xfrm xmlns:a="http://schemas.openxmlformats.org/drawingml/2006/main">
            <a:off x="762000" y="531495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33B45"/>
                </a:solidFill>
                <a:latin typeface="DejaVu Sans"/>
                <a:ea typeface="DejaVu Sans"/>
                <a:cs typeface="DejaVu Sans"/>
              </a:defRPr>
            </a:defPPr>
            <a:lvl1pPr algn="l">
              <a:defRPr sz="1800" b="0">
                <a:solidFill>
                  <a:srgbClr val="233B45"/>
                </a:solidFill>
                <a:latin typeface="DejaVu Sans"/>
                <a:ea typeface="DejaVu Sans"/>
                <a:cs typeface="DejaVu Sans"/>
              </a:defRPr>
            </a:lvl1pPr>
            <a:lvl2pPr algn="l">
              <a:defRPr sz="1800" b="0">
                <a:solidFill>
                  <a:srgbClr val="233B45"/>
                </a:solidFill>
                <a:latin typeface="DejaVu Sans"/>
                <a:ea typeface="DejaVu Sans"/>
                <a:cs typeface="DejaVu Sans"/>
              </a:defRPr>
            </a:lvl2pPr>
            <a:lvl3pPr algn="l">
              <a:defRPr sz="1800" b="0">
                <a:solidFill>
                  <a:srgbClr val="233B45"/>
                </a:solidFill>
                <a:latin typeface="DejaVu Sans"/>
                <a:ea typeface="DejaVu Sans"/>
                <a:cs typeface="DejaVu Sans"/>
              </a:defRPr>
            </a:lvl3pPr>
            <a:lvl4pPr algn="l">
              <a:defRPr sz="1800" b="0">
                <a:solidFill>
                  <a:srgbClr val="233B45"/>
                </a:solidFill>
                <a:latin typeface="DejaVu Sans"/>
                <a:ea typeface="DejaVu Sans"/>
                <a:cs typeface="DejaVu Sans"/>
              </a:defRPr>
            </a:lvl4pPr>
            <a:lvl5pPr algn="l">
              <a:defRPr sz="1800" b="0">
                <a:solidFill>
                  <a:srgbClr val="233B45"/>
                </a:solidFill>
                <a:latin typeface="DejaVu Sans"/>
                <a:ea typeface="DejaVu Sans"/>
                <a:cs typeface="DejaVu Sans"/>
              </a:defRPr>
            </a:lvl5pPr>
            <a:lvl6pPr algn="l">
              <a:defRPr sz="1800" b="0">
                <a:solidFill>
                  <a:srgbClr val="233B45"/>
                </a:solidFill>
                <a:latin typeface="DejaVu Sans"/>
                <a:ea typeface="DejaVu Sans"/>
                <a:cs typeface="DejaVu Sans"/>
              </a:defRPr>
            </a:lvl6pPr>
            <a:lvl7pPr algn="l">
              <a:defRPr sz="1800" b="0">
                <a:solidFill>
                  <a:srgbClr val="233B45"/>
                </a:solidFill>
                <a:latin typeface="DejaVu Sans"/>
                <a:ea typeface="DejaVu Sans"/>
                <a:cs typeface="DejaVu Sans"/>
              </a:defRPr>
            </a:lvl7pPr>
            <a:lvl8pPr algn="l">
              <a:defRPr sz="1800" b="0">
                <a:solidFill>
                  <a:srgbClr val="233B45"/>
                </a:solidFill>
                <a:latin typeface="DejaVu Sans"/>
                <a:ea typeface="DejaVu Sans"/>
                <a:cs typeface="DejaVu Sans"/>
              </a:defRPr>
            </a:lvl8pPr>
            <a:lvl9pPr algn="l">
              <a:defRPr sz="1800" b="0">
                <a:solidFill>
                  <a:srgbClr val="233B45"/>
                </a:solidFill>
                <a:latin typeface="DejaVu Sans"/>
                <a:ea typeface="DejaVu Sans"/>
                <a:cs typeface="DejaVu Sans"/>
              </a:defRPr>
            </a:lvl9pPr>
          </a:lstStyle>
          <a:p xmlns:a="http://schemas.openxmlformats.org/drawingml/2006/main">
            <a:pPr algn="l">
              <a:defRPr sz="1800" b="0">
                <a:solidFill>
                  <a:srgbClr val="233B45"/>
                </a:solidFill>
                <a:latin typeface="DejaVu Sans"/>
                <a:ea typeface="DejaVu Sans"/>
                <a:cs typeface="DejaVu Sans"/>
              </a:defRPr>
            </a:pPr>
            <a:r>
              <a:rPr sz="1800" b="0">
                <a:solidFill>
                  <a:srgbClr val="233B45"/>
                </a:solidFill>
                <a:latin typeface="DejaVu Sans"/>
                <a:ea typeface="DejaVu Sans"/>
                <a:cs typeface="DejaVu Sans"/>
              </a:rPr>
              <a:t>Metric shortest</a:t>
            </a:r>
          </a:p>
        </p:txBody>
      </p:sp>
      <p:sp>
        <p:nvSpPr>
          <p:cNvPr id="8" name="text-6">
            <a:extLst xmlns:a="http://schemas.openxmlformats.org/drawingml/2006/main">
              <a:ext uri="{FF2B5EF4-FFF2-40B4-BE49-F238E27FC236}">
                <a16:creationId xmlns:a16="http://schemas.microsoft.com/office/drawing/2014/main" id="{58115211-75FC-4D35-99E0-4D5D787642CD}"/>
              </a:ext>
            </a:extLst>
          </p:cNvPr>
          <p:cNvSpPr>
            <a:spLocks xmlns:a="http://schemas.openxmlformats.org/drawingml/2006/main" noGrp="1"/>
          </p:cNvSpPr>
          <p:nvPr/>
        </p:nvSpPr>
        <p:spPr>
          <a:xfrm xmlns:a="http://schemas.openxmlformats.org/drawingml/2006/main">
            <a:off x="7172325" y="531495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33B45"/>
                </a:solidFill>
                <a:latin typeface="DejaVu Sans"/>
                <a:ea typeface="DejaVu Sans"/>
                <a:cs typeface="DejaVu Sans"/>
              </a:defRPr>
            </a:defPPr>
            <a:lvl1pPr algn="l">
              <a:defRPr sz="1800" b="0">
                <a:solidFill>
                  <a:srgbClr val="233B45"/>
                </a:solidFill>
                <a:latin typeface="DejaVu Sans"/>
                <a:ea typeface="DejaVu Sans"/>
                <a:cs typeface="DejaVu Sans"/>
              </a:defRPr>
            </a:lvl1pPr>
            <a:lvl2pPr algn="l">
              <a:defRPr sz="1800" b="0">
                <a:solidFill>
                  <a:srgbClr val="233B45"/>
                </a:solidFill>
                <a:latin typeface="DejaVu Sans"/>
                <a:ea typeface="DejaVu Sans"/>
                <a:cs typeface="DejaVu Sans"/>
              </a:defRPr>
            </a:lvl2pPr>
            <a:lvl3pPr algn="l">
              <a:defRPr sz="1800" b="0">
                <a:solidFill>
                  <a:srgbClr val="233B45"/>
                </a:solidFill>
                <a:latin typeface="DejaVu Sans"/>
                <a:ea typeface="DejaVu Sans"/>
                <a:cs typeface="DejaVu Sans"/>
              </a:defRPr>
            </a:lvl3pPr>
            <a:lvl4pPr algn="l">
              <a:defRPr sz="1800" b="0">
                <a:solidFill>
                  <a:srgbClr val="233B45"/>
                </a:solidFill>
                <a:latin typeface="DejaVu Sans"/>
                <a:ea typeface="DejaVu Sans"/>
                <a:cs typeface="DejaVu Sans"/>
              </a:defRPr>
            </a:lvl4pPr>
            <a:lvl5pPr algn="l">
              <a:defRPr sz="1800" b="0">
                <a:solidFill>
                  <a:srgbClr val="233B45"/>
                </a:solidFill>
                <a:latin typeface="DejaVu Sans"/>
                <a:ea typeface="DejaVu Sans"/>
                <a:cs typeface="DejaVu Sans"/>
              </a:defRPr>
            </a:lvl5pPr>
            <a:lvl6pPr algn="l">
              <a:defRPr sz="1800" b="0">
                <a:solidFill>
                  <a:srgbClr val="233B45"/>
                </a:solidFill>
                <a:latin typeface="DejaVu Sans"/>
                <a:ea typeface="DejaVu Sans"/>
                <a:cs typeface="DejaVu Sans"/>
              </a:defRPr>
            </a:lvl6pPr>
            <a:lvl7pPr algn="l">
              <a:defRPr sz="1800" b="0">
                <a:solidFill>
                  <a:srgbClr val="233B45"/>
                </a:solidFill>
                <a:latin typeface="DejaVu Sans"/>
                <a:ea typeface="DejaVu Sans"/>
                <a:cs typeface="DejaVu Sans"/>
              </a:defRPr>
            </a:lvl7pPr>
            <a:lvl8pPr algn="l">
              <a:defRPr sz="1800" b="0">
                <a:solidFill>
                  <a:srgbClr val="233B45"/>
                </a:solidFill>
                <a:latin typeface="DejaVu Sans"/>
                <a:ea typeface="DejaVu Sans"/>
                <a:cs typeface="DejaVu Sans"/>
              </a:defRPr>
            </a:lvl8pPr>
            <a:lvl9pPr algn="l">
              <a:defRPr sz="1800" b="0">
                <a:solidFill>
                  <a:srgbClr val="233B45"/>
                </a:solidFill>
                <a:latin typeface="DejaVu Sans"/>
                <a:ea typeface="DejaVu Sans"/>
                <a:cs typeface="DejaVu Sans"/>
              </a:defRPr>
            </a:lvl9pPr>
          </a:lstStyle>
          <a:p xmlns:a="http://schemas.openxmlformats.org/drawingml/2006/main">
            <a:pPr algn="l">
              <a:defRPr sz="1800" b="0">
                <a:solidFill>
                  <a:srgbClr val="233B45"/>
                </a:solidFill>
                <a:latin typeface="DejaVu Sans"/>
                <a:ea typeface="DejaVu Sans"/>
                <a:cs typeface="DejaVu Sans"/>
              </a:defRPr>
            </a:pPr>
            <a:r>
              <a:rPr sz="1800" b="0">
                <a:solidFill>
                  <a:srgbClr val="233B45"/>
                </a:solidFill>
                <a:latin typeface="DejaVu Sans"/>
                <a:ea typeface="DejaVu Sans"/>
                <a:cs typeface="DejaVu Sans"/>
              </a:rPr>
              <a:t>Directions only</a:t>
            </a:r>
          </a:p>
        </p:txBody>
      </p:sp>
      <p:sp>
        <p:nvSpPr>
          <p:cNvPr id="9" name="text-7">
            <a:extLst xmlns:a="http://schemas.openxmlformats.org/drawingml/2006/main">
              <a:ext uri="{FF2B5EF4-FFF2-40B4-BE49-F238E27FC236}">
                <a16:creationId xmlns:a16="http://schemas.microsoft.com/office/drawing/2014/main" id="{7BD5E75C-49D0-4739-B227-A8F8127A49D4}"/>
              </a:ext>
            </a:extLst>
          </p:cNvPr>
          <p:cNvSpPr>
            <a:spLocks xmlns:a="http://schemas.openxmlformats.org/drawingml/2006/main" noGrp="1"/>
          </p:cNvSpPr>
          <p:nvPr/>
        </p:nvSpPr>
        <p:spPr>
          <a:xfrm xmlns:a="http://schemas.openxmlformats.org/drawingml/2006/main">
            <a:off x="762000" y="6029325"/>
            <a:ext cx="119538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33B45"/>
                </a:solidFill>
                <a:latin typeface="DejaVu Sans"/>
                <a:ea typeface="DejaVu Sans"/>
                <a:cs typeface="DejaVu Sans"/>
              </a:defRPr>
            </a:defPPr>
            <a:lvl1pPr algn="l">
              <a:defRPr sz="1875" b="0">
                <a:solidFill>
                  <a:srgbClr val="233B45"/>
                </a:solidFill>
                <a:latin typeface="DejaVu Sans"/>
                <a:ea typeface="DejaVu Sans"/>
                <a:cs typeface="DejaVu Sans"/>
              </a:defRPr>
            </a:lvl1pPr>
            <a:lvl2pPr algn="l">
              <a:defRPr sz="1875" b="0">
                <a:solidFill>
                  <a:srgbClr val="233B45"/>
                </a:solidFill>
                <a:latin typeface="DejaVu Sans"/>
                <a:ea typeface="DejaVu Sans"/>
                <a:cs typeface="DejaVu Sans"/>
              </a:defRPr>
            </a:lvl2pPr>
            <a:lvl3pPr algn="l">
              <a:defRPr sz="1875" b="0">
                <a:solidFill>
                  <a:srgbClr val="233B45"/>
                </a:solidFill>
                <a:latin typeface="DejaVu Sans"/>
                <a:ea typeface="DejaVu Sans"/>
                <a:cs typeface="DejaVu Sans"/>
              </a:defRPr>
            </a:lvl3pPr>
            <a:lvl4pPr algn="l">
              <a:defRPr sz="1875" b="0">
                <a:solidFill>
                  <a:srgbClr val="233B45"/>
                </a:solidFill>
                <a:latin typeface="DejaVu Sans"/>
                <a:ea typeface="DejaVu Sans"/>
                <a:cs typeface="DejaVu Sans"/>
              </a:defRPr>
            </a:lvl4pPr>
            <a:lvl5pPr algn="l">
              <a:defRPr sz="1875" b="0">
                <a:solidFill>
                  <a:srgbClr val="233B45"/>
                </a:solidFill>
                <a:latin typeface="DejaVu Sans"/>
                <a:ea typeface="DejaVu Sans"/>
                <a:cs typeface="DejaVu Sans"/>
              </a:defRPr>
            </a:lvl5pPr>
            <a:lvl6pPr algn="l">
              <a:defRPr sz="1875" b="0">
                <a:solidFill>
                  <a:srgbClr val="233B45"/>
                </a:solidFill>
                <a:latin typeface="DejaVu Sans"/>
                <a:ea typeface="DejaVu Sans"/>
                <a:cs typeface="DejaVu Sans"/>
              </a:defRPr>
            </a:lvl6pPr>
            <a:lvl7pPr algn="l">
              <a:defRPr sz="1875" b="0">
                <a:solidFill>
                  <a:srgbClr val="233B45"/>
                </a:solidFill>
                <a:latin typeface="DejaVu Sans"/>
                <a:ea typeface="DejaVu Sans"/>
                <a:cs typeface="DejaVu Sans"/>
              </a:defRPr>
            </a:lvl7pPr>
            <a:lvl8pPr algn="l">
              <a:defRPr sz="1875" b="0">
                <a:solidFill>
                  <a:srgbClr val="233B45"/>
                </a:solidFill>
                <a:latin typeface="DejaVu Sans"/>
                <a:ea typeface="DejaVu Sans"/>
                <a:cs typeface="DejaVu Sans"/>
              </a:defRPr>
            </a:lvl8pPr>
            <a:lvl9pPr algn="l">
              <a:defRPr sz="1875" b="0">
                <a:solidFill>
                  <a:srgbClr val="233B45"/>
                </a:solidFill>
                <a:latin typeface="DejaVu Sans"/>
                <a:ea typeface="DejaVu Sans"/>
                <a:cs typeface="DejaVu Sans"/>
              </a:defRPr>
            </a:lvl9pPr>
          </a:lstStyle>
          <a:p xmlns:a="http://schemas.openxmlformats.org/drawingml/2006/main">
            <a:pPr algn="l">
              <a:defRPr sz="1875" b="0">
                <a:solidFill>
                  <a:srgbClr val="233B45"/>
                </a:solidFill>
                <a:latin typeface="DejaVu Sans"/>
                <a:ea typeface="DejaVu Sans"/>
                <a:cs typeface="DejaVu Sans"/>
              </a:defRPr>
            </a:pPr>
            <a:r>
              <a:rPr sz="1875" b="0">
                <a:solidFill>
                  <a:srgbClr val="233B45"/>
                </a:solidFill>
                <a:latin typeface="DejaVu Sans"/>
                <a:ea typeface="DejaVu Sans"/>
                <a:cs typeface="DejaVu Sans"/>
              </a:rPr>
              <a:t>Before search: closures exclude edges. Step-free excludes stairs and unknown accessibility.</a:t>
            </a:r>
          </a:p>
          <a:p xmlns:a="http://schemas.openxmlformats.org/drawingml/2006/main">
            <a:pPr algn="l">
              <a:defRPr sz="1875" b="0">
                <a:solidFill>
                  <a:srgbClr val="233B45"/>
                </a:solidFill>
                <a:latin typeface="DejaVu Sans"/>
                <a:ea typeface="DejaVu Sans"/>
                <a:cs typeface="DejaVu Sans"/>
              </a:defRPr>
            </a:pPr>
            <a:r>
              <a:rPr sz="1875" b="0">
                <a:solidFill>
                  <a:srgbClr val="233B45"/>
                </a:solidFill>
                <a:latin typeface="DejaVu Sans"/>
                <a:ea typeface="DejaVu Sans"/>
                <a:cs typeface="DejaVu Sans"/>
              </a:rPr>
              <a:t>GPS / QR starts require confirmation. Missing metrics stay unknown.</a:t>
            </a:r>
          </a:p>
        </p:txBody>
      </p:sp>
      <p:sp>
        <p:nvSpPr>
          <p:cNvPr id="10" name="text-8">
            <a:extLst xmlns:a="http://schemas.openxmlformats.org/drawingml/2006/main">
              <a:ext uri="{FF2B5EF4-FFF2-40B4-BE49-F238E27FC236}">
                <a16:creationId xmlns:a16="http://schemas.microsoft.com/office/drawing/2014/main" id="{C7ABC0DC-F0C6-43D1-94BD-971526B4E0E0}"/>
              </a:ext>
            </a:extLst>
          </p:cNvPr>
          <p:cNvSpPr>
            <a:spLocks xmlns:a="http://schemas.openxmlformats.org/drawingml/2006/main" noGrp="1"/>
          </p:cNvSpPr>
          <p:nvPr/>
        </p:nvSpPr>
        <p:spPr>
          <a:xfrm xmlns:a="http://schemas.openxmlformats.org/drawingml/2006/main">
            <a:off x="762000" y="7067550"/>
            <a:ext cx="1181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B7075"/>
                </a:solidFill>
                <a:latin typeface="DejaVu Sans"/>
                <a:ea typeface="DejaVu Sans"/>
                <a:cs typeface="DejaVu Sans"/>
              </a:defRPr>
            </a:defPPr>
            <a:lvl1pPr algn="l">
              <a:defRPr sz="1350" b="0">
                <a:solidFill>
                  <a:srgbClr val="5B7075"/>
                </a:solidFill>
                <a:latin typeface="DejaVu Sans"/>
                <a:ea typeface="DejaVu Sans"/>
                <a:cs typeface="DejaVu Sans"/>
              </a:defRPr>
            </a:lvl1pPr>
            <a:lvl2pPr algn="l">
              <a:defRPr sz="1350" b="0">
                <a:solidFill>
                  <a:srgbClr val="5B7075"/>
                </a:solidFill>
                <a:latin typeface="DejaVu Sans"/>
                <a:ea typeface="DejaVu Sans"/>
                <a:cs typeface="DejaVu Sans"/>
              </a:defRPr>
            </a:lvl2pPr>
            <a:lvl3pPr algn="l">
              <a:defRPr sz="1350" b="0">
                <a:solidFill>
                  <a:srgbClr val="5B7075"/>
                </a:solidFill>
                <a:latin typeface="DejaVu Sans"/>
                <a:ea typeface="DejaVu Sans"/>
                <a:cs typeface="DejaVu Sans"/>
              </a:defRPr>
            </a:lvl3pPr>
            <a:lvl4pPr algn="l">
              <a:defRPr sz="1350" b="0">
                <a:solidFill>
                  <a:srgbClr val="5B7075"/>
                </a:solidFill>
                <a:latin typeface="DejaVu Sans"/>
                <a:ea typeface="DejaVu Sans"/>
                <a:cs typeface="DejaVu Sans"/>
              </a:defRPr>
            </a:lvl4pPr>
            <a:lvl5pPr algn="l">
              <a:defRPr sz="1350" b="0">
                <a:solidFill>
                  <a:srgbClr val="5B7075"/>
                </a:solidFill>
                <a:latin typeface="DejaVu Sans"/>
                <a:ea typeface="DejaVu Sans"/>
                <a:cs typeface="DejaVu Sans"/>
              </a:defRPr>
            </a:lvl5pPr>
            <a:lvl6pPr algn="l">
              <a:defRPr sz="1350" b="0">
                <a:solidFill>
                  <a:srgbClr val="5B7075"/>
                </a:solidFill>
                <a:latin typeface="DejaVu Sans"/>
                <a:ea typeface="DejaVu Sans"/>
                <a:cs typeface="DejaVu Sans"/>
              </a:defRPr>
            </a:lvl6pPr>
            <a:lvl7pPr algn="l">
              <a:defRPr sz="1350" b="0">
                <a:solidFill>
                  <a:srgbClr val="5B7075"/>
                </a:solidFill>
                <a:latin typeface="DejaVu Sans"/>
                <a:ea typeface="DejaVu Sans"/>
                <a:cs typeface="DejaVu Sans"/>
              </a:defRPr>
            </a:lvl7pPr>
            <a:lvl8pPr algn="l">
              <a:defRPr sz="1350" b="0">
                <a:solidFill>
                  <a:srgbClr val="5B7075"/>
                </a:solidFill>
                <a:latin typeface="DejaVu Sans"/>
                <a:ea typeface="DejaVu Sans"/>
                <a:cs typeface="DejaVu Sans"/>
              </a:defRPr>
            </a:lvl8pPr>
            <a:lvl9pPr algn="l">
              <a:defRPr sz="1350" b="0">
                <a:solidFill>
                  <a:srgbClr val="5B7075"/>
                </a:solidFill>
                <a:latin typeface="DejaVu Sans"/>
                <a:ea typeface="DejaVu Sans"/>
                <a:cs typeface="DejaVu Sans"/>
              </a:defRPr>
            </a:lvl9pPr>
          </a:lstStyle>
          <a:p xmlns:a="http://schemas.openxmlformats.org/drawingml/2006/main">
            <a:pPr algn="l">
              <a:defRPr sz="1350" b="0">
                <a:solidFill>
                  <a:srgbClr val="5B7075"/>
                </a:solidFill>
                <a:latin typeface="DejaVu Sans"/>
                <a:ea typeface="DejaVu Sans"/>
                <a:cs typeface="DejaVu Sans"/>
              </a:defRPr>
            </a:pPr>
            <a:r>
              <a:rPr sz="1350" b="0">
                <a:solidFill>
                  <a:srgbClr val="5B7075"/>
                </a:solidFill>
                <a:latin typeface="DejaVu Sans"/>
                <a:ea typeface="DejaVu Sans"/>
                <a:cs typeface="DejaVu Sans"/>
              </a:rPr>
              <a:t>E05 = mapped entrance 10828149259. Recorded OSM-derived lengths remain estimates.</a:t>
            </a:r>
          </a:p>
        </p:txBody>
      </p:sp>
    </p:spTree>
    <p:extLst>
      <p:ext uri="{BB962C8B-B14F-4D97-AF65-F5344CB8AC3E}">
        <p14:creationId xmlns:p14="http://schemas.microsoft.com/office/powerpoint/2010/main" val="1459462759"/>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AE4B0D70-E2C4-4BBB-A8D2-CF2B60D57876}"/>
              </a:ext>
            </a:extLst>
          </p:cNvPr>
          <p:cNvCxnSpPr>
            <a:stCxn xmlns:a="http://schemas.openxmlformats.org/drawingml/2006/main" id="16" idx="3"/>
            <a:endCxn xmlns:a="http://schemas.openxmlformats.org/drawingml/2006/main" id="17" idx="1"/>
          </p:cNvCxnSpPr>
          <p:nvPr/>
        </p:nvCxnSpPr>
        <p:spPr>
          <a:xfrm xmlns:a="http://schemas.openxmlformats.org/drawingml/2006/main">
            <a:off x="9753600" y="5948363"/>
            <a:ext cx="590550" cy="0"/>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9" name="">
            <a:extLst xmlns:a="http://schemas.openxmlformats.org/drawingml/2006/main">
              <a:ext uri="{FF2B5EF4-FFF2-40B4-BE49-F238E27FC236}">
                <a16:creationId xmlns:a16="http://schemas.microsoft.com/office/drawing/2014/main" id="{0929FB90-AEB3-4623-9063-DB7B6C9CD517}"/>
              </a:ext>
            </a:extLst>
          </p:cNvPr>
          <p:cNvCxnSpPr>
            <a:stCxn xmlns:a="http://schemas.openxmlformats.org/drawingml/2006/main" id="15" idx="3"/>
            <a:endCxn xmlns:a="http://schemas.openxmlformats.org/drawingml/2006/main" id="16" idx="1"/>
          </p:cNvCxnSpPr>
          <p:nvPr/>
        </p:nvCxnSpPr>
        <p:spPr>
          <a:xfrm xmlns:a="http://schemas.openxmlformats.org/drawingml/2006/main">
            <a:off x="6553200" y="5948363"/>
            <a:ext cx="590550" cy="0"/>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8" name="">
            <a:extLst xmlns:a="http://schemas.openxmlformats.org/drawingml/2006/main">
              <a:ext uri="{FF2B5EF4-FFF2-40B4-BE49-F238E27FC236}">
                <a16:creationId xmlns:a16="http://schemas.microsoft.com/office/drawing/2014/main" id="{7040D69B-36EE-487D-B484-DF008FAE70AA}"/>
              </a:ext>
            </a:extLst>
          </p:cNvPr>
          <p:cNvCxnSpPr>
            <a:stCxn xmlns:a="http://schemas.openxmlformats.org/drawingml/2006/main" id="14" idx="3"/>
            <a:endCxn xmlns:a="http://schemas.openxmlformats.org/drawingml/2006/main" id="15" idx="1"/>
          </p:cNvCxnSpPr>
          <p:nvPr/>
        </p:nvCxnSpPr>
        <p:spPr>
          <a:xfrm xmlns:a="http://schemas.openxmlformats.org/drawingml/2006/main">
            <a:off x="3352800" y="5948363"/>
            <a:ext cx="590550" cy="0"/>
          </a:xfrm>
          <a:prstGeom xmlns:a="http://schemas.openxmlformats.org/drawingml/2006/main" prst="straightConnector1">
            <a:avLst/>
          </a:prstGeom>
          <a:ln xmlns:a="http://schemas.openxmlformats.org/drawingml/2006/main" w="23813">
            <a:solidFill>
              <a:srgbClr val="5B7075"/>
            </a:solidFill>
            <a:prstDash val="solid"/>
            <a:headEnd type="none" w="med" len="med"/>
            <a:tailEnd type="triangle" w="med" len="med"/>
          </a:ln>
        </p:spPr>
      </p:cxnSp>
      <p:cxnSp>
        <p:nvCxnSpPr>
          <p:cNvPr id="12" name="">
            <a:extLst xmlns:a="http://schemas.openxmlformats.org/drawingml/2006/main">
              <a:ext uri="{FF2B5EF4-FFF2-40B4-BE49-F238E27FC236}">
                <a16:creationId xmlns:a16="http://schemas.microsoft.com/office/drawing/2014/main" id="{A645C9C8-F069-4EA4-AFE7-53C3218BB3E3}"/>
              </a:ext>
            </a:extLst>
          </p:cNvPr>
          <p:cNvCxnSpPr>
            <a:stCxn xmlns:a="http://schemas.openxmlformats.org/drawingml/2006/main" id="6" idx="3"/>
            <a:endCxn xmlns:a="http://schemas.openxmlformats.org/drawingml/2006/main" id="7" idx="1"/>
          </p:cNvCxnSpPr>
          <p:nvPr/>
        </p:nvCxnSpPr>
        <p:spPr>
          <a:xfrm xmlns:a="http://schemas.openxmlformats.org/drawingml/2006/main">
            <a:off x="8286750" y="4124325"/>
            <a:ext cx="1762125" cy="0"/>
          </a:xfrm>
          <a:prstGeom xmlns:a="http://schemas.openxmlformats.org/drawingml/2006/main" prst="straightConnector1">
            <a:avLst/>
          </a:prstGeom>
          <a:ln xmlns:a="http://schemas.openxmlformats.org/drawingml/2006/main" w="23813">
            <a:solidFill>
              <a:srgbClr val="5B7075"/>
            </a:solidFill>
            <a:prstDash val="solid"/>
            <a:headEnd type="triangle" w="med" len="med"/>
            <a:tailEnd type="triangle" w="med" len="med"/>
          </a:ln>
        </p:spPr>
      </p:cxnSp>
      <p:cxnSp>
        <p:nvCxnSpPr>
          <p:cNvPr id="11" name="">
            <a:extLst xmlns:a="http://schemas.openxmlformats.org/drawingml/2006/main">
              <a:ext uri="{FF2B5EF4-FFF2-40B4-BE49-F238E27FC236}">
                <a16:creationId xmlns:a16="http://schemas.microsoft.com/office/drawing/2014/main" id="{52E4AA4B-7EF9-4715-823F-E189DFDD1783}"/>
              </a:ext>
            </a:extLst>
          </p:cNvPr>
          <p:cNvCxnSpPr>
            <a:stCxn xmlns:a="http://schemas.openxmlformats.org/drawingml/2006/main" id="5" idx="2"/>
            <a:endCxn xmlns:a="http://schemas.openxmlformats.org/drawingml/2006/main" id="7" idx="0"/>
          </p:cNvCxnSpPr>
          <p:nvPr/>
        </p:nvCxnSpPr>
        <p:spPr>
          <a:xfrm xmlns:a="http://schemas.openxmlformats.org/drawingml/2006/main">
            <a:off x="11501438" y="2743200"/>
            <a:ext cx="0" cy="923925"/>
          </a:xfrm>
          <a:prstGeom xmlns:a="http://schemas.openxmlformats.org/drawingml/2006/main" prst="straightConnector1">
            <a:avLst/>
          </a:prstGeom>
          <a:ln xmlns:a="http://schemas.openxmlformats.org/drawingml/2006/main" w="23813">
            <a:solidFill>
              <a:srgbClr val="5B7075"/>
            </a:solidFill>
            <a:prstDash val="solid"/>
            <a:headEnd type="triangle" w="med" len="med"/>
            <a:tailEnd type="triangle" w="med" len="med"/>
          </a:ln>
        </p:spPr>
      </p:cxnSp>
      <p:cxnSp>
        <p:nvCxnSpPr>
          <p:cNvPr id="10" name="">
            <a:extLst xmlns:a="http://schemas.openxmlformats.org/drawingml/2006/main">
              <a:ext uri="{FF2B5EF4-FFF2-40B4-BE49-F238E27FC236}">
                <a16:creationId xmlns:a16="http://schemas.microsoft.com/office/drawing/2014/main" id="{48CDABA9-F339-40FB-A309-913500797973}"/>
              </a:ext>
            </a:extLst>
          </p:cNvPr>
          <p:cNvCxnSpPr>
            <a:stCxn xmlns:a="http://schemas.openxmlformats.org/drawingml/2006/main" id="4" idx="2"/>
            <a:endCxn xmlns:a="http://schemas.openxmlformats.org/drawingml/2006/main" id="6" idx="0"/>
          </p:cNvCxnSpPr>
          <p:nvPr/>
        </p:nvCxnSpPr>
        <p:spPr>
          <a:xfrm xmlns:a="http://schemas.openxmlformats.org/drawingml/2006/main">
            <a:off x="6834188" y="2743200"/>
            <a:ext cx="0" cy="923925"/>
          </a:xfrm>
          <a:prstGeom xmlns:a="http://schemas.openxmlformats.org/drawingml/2006/main" prst="straightConnector1">
            <a:avLst/>
          </a:prstGeom>
          <a:ln xmlns:a="http://schemas.openxmlformats.org/drawingml/2006/main" w="23813">
            <a:solidFill>
              <a:srgbClr val="5B7075"/>
            </a:solidFill>
            <a:prstDash val="solid"/>
            <a:headEnd type="triangle" w="med" len="med"/>
            <a:tailEnd type="triangle" w="med" len="med"/>
          </a:ln>
        </p:spPr>
      </p:cxnSp>
      <p:cxnSp>
        <p:nvCxnSpPr>
          <p:cNvPr id="9" name="">
            <a:extLst xmlns:a="http://schemas.openxmlformats.org/drawingml/2006/main">
              <a:ext uri="{FF2B5EF4-FFF2-40B4-BE49-F238E27FC236}">
                <a16:creationId xmlns:a16="http://schemas.microsoft.com/office/drawing/2014/main" id="{B1B740B3-4ABB-4D63-B762-93D8CABD5E8B}"/>
              </a:ext>
            </a:extLst>
          </p:cNvPr>
          <p:cNvCxnSpPr>
            <a:stCxn xmlns:a="http://schemas.openxmlformats.org/drawingml/2006/main" id="4" idx="3"/>
            <a:endCxn xmlns:a="http://schemas.openxmlformats.org/drawingml/2006/main" id="5" idx="1"/>
          </p:cNvCxnSpPr>
          <p:nvPr/>
        </p:nvCxnSpPr>
        <p:spPr>
          <a:xfrm xmlns:a="http://schemas.openxmlformats.org/drawingml/2006/main">
            <a:off x="8286750" y="2286000"/>
            <a:ext cx="1762125" cy="0"/>
          </a:xfrm>
          <a:prstGeom xmlns:a="http://schemas.openxmlformats.org/drawingml/2006/main" prst="straightConnector1">
            <a:avLst/>
          </a:prstGeom>
          <a:ln xmlns:a="http://schemas.openxmlformats.org/drawingml/2006/main" w="23813">
            <a:solidFill>
              <a:srgbClr val="5B7075"/>
            </a:solidFill>
            <a:prstDash val="solid"/>
            <a:headEnd type="triangle" w="med" len="med"/>
            <a:tailEnd type="triangle" w="med" len="med"/>
          </a:ln>
        </p:spPr>
      </p:cxnSp>
      <p:cxnSp>
        <p:nvCxnSpPr>
          <p:cNvPr id="8" name="">
            <a:extLst xmlns:a="http://schemas.openxmlformats.org/drawingml/2006/main">
              <a:ext uri="{FF2B5EF4-FFF2-40B4-BE49-F238E27FC236}">
                <a16:creationId xmlns:a16="http://schemas.microsoft.com/office/drawing/2014/main" id="{80B2942A-8C4E-437F-B963-6511759CB1A6}"/>
              </a:ext>
            </a:extLst>
          </p:cNvPr>
          <p:cNvCxnSpPr>
            <a:stCxn xmlns:a="http://schemas.openxmlformats.org/drawingml/2006/main" id="3" idx="3"/>
            <a:endCxn xmlns:a="http://schemas.openxmlformats.org/drawingml/2006/main" id="4" idx="1"/>
          </p:cNvCxnSpPr>
          <p:nvPr/>
        </p:nvCxnSpPr>
        <p:spPr>
          <a:xfrm xmlns:a="http://schemas.openxmlformats.org/drawingml/2006/main">
            <a:off x="3619500" y="2286000"/>
            <a:ext cx="1762125" cy="0"/>
          </a:xfrm>
          <a:prstGeom xmlns:a="http://schemas.openxmlformats.org/drawingml/2006/main" prst="straightConnector1">
            <a:avLst/>
          </a:prstGeom>
          <a:ln xmlns:a="http://schemas.openxmlformats.org/drawingml/2006/main" w="23813">
            <a:solidFill>
              <a:srgbClr val="5B7075"/>
            </a:solidFill>
            <a:prstDash val="solid"/>
            <a:headEnd type="triangle" w="med" len="med"/>
            <a:tailEnd type="triangle" w="med" len="med"/>
          </a:ln>
        </p:spPr>
      </p:cxnSp>
      <p:sp>
        <p:nvSpPr>
          <p:cNvPr id="22" name="text-0">
            <a:extLst xmlns:a="http://schemas.openxmlformats.org/drawingml/2006/main">
              <a:ext uri="{FF2B5EF4-FFF2-40B4-BE49-F238E27FC236}">
                <a16:creationId xmlns:a16="http://schemas.microsoft.com/office/drawing/2014/main" id="{BB796085-60DC-45D9-AA3E-870521212CEB}"/>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System architecture and published graph lifecycle</a:t>
            </a:r>
          </a:p>
        </p:txBody>
      </p:sp>
      <p:sp>
        <p:nvSpPr>
          <p:cNvPr id="2" name="text-1">
            <a:extLst xmlns:a="http://schemas.openxmlformats.org/drawingml/2006/main">
              <a:ext uri="{FF2B5EF4-FFF2-40B4-BE49-F238E27FC236}">
                <a16:creationId xmlns:a16="http://schemas.microsoft.com/office/drawing/2014/main" id="{87C5D560-D24D-4AE8-9BDD-CDE04B6DC783}"/>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09</a:t>
            </a:r>
          </a:p>
        </p:txBody>
      </p:sp>
      <p:sp>
        <p:nvSpPr>
          <p:cNvPr id="3" name="diagram-Browser&#10;React + TypeSc">
            <a:extLst xmlns:a="http://schemas.openxmlformats.org/drawingml/2006/main">
              <a:ext uri="{FF2B5EF4-FFF2-40B4-BE49-F238E27FC236}">
                <a16:creationId xmlns:a16="http://schemas.microsoft.com/office/drawing/2014/main" id="{98DABA60-5EA0-4C48-BF1D-2B9B81BC10B7}"/>
              </a:ext>
            </a:extLst>
          </p:cNvPr>
          <p:cNvSpPr>
            <a:spLocks xmlns:a="http://schemas.openxmlformats.org/drawingml/2006/main" noGrp="1"/>
          </p:cNvSpPr>
          <p:nvPr/>
        </p:nvSpPr>
        <p:spPr>
          <a:xfrm xmlns:a="http://schemas.openxmlformats.org/drawingml/2006/main">
            <a:off x="714375" y="1828800"/>
            <a:ext cx="2905125" cy="914400"/>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Browser</a:t>
            </a:r>
          </a:p>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React + TypeScript</a:t>
            </a:r>
          </a:p>
        </p:txBody>
      </p:sp>
      <p:sp>
        <p:nvSpPr>
          <p:cNvPr id="4" name="diagram-FastAPI&#10;Graph assembly">
            <a:extLst xmlns:a="http://schemas.openxmlformats.org/drawingml/2006/main">
              <a:ext uri="{FF2B5EF4-FFF2-40B4-BE49-F238E27FC236}">
                <a16:creationId xmlns:a16="http://schemas.microsoft.com/office/drawing/2014/main" id="{D6C939F1-9194-4DBA-9694-1320736E6235}"/>
              </a:ext>
            </a:extLst>
          </p:cNvPr>
          <p:cNvSpPr>
            <a:spLocks xmlns:a="http://schemas.openxmlformats.org/drawingml/2006/main" noGrp="1"/>
          </p:cNvSpPr>
          <p:nvPr/>
        </p:nvSpPr>
        <p:spPr>
          <a:xfrm xmlns:a="http://schemas.openxmlformats.org/drawingml/2006/main">
            <a:off x="5381625" y="1828800"/>
            <a:ext cx="2905125" cy="914400"/>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FastAPI</a:t>
            </a:r>
          </a:p>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Graph assembly + routing</a:t>
            </a:r>
          </a:p>
        </p:txBody>
      </p:sp>
      <p:sp>
        <p:nvSpPr>
          <p:cNvPr id="5" name="diagram-PostgreSQL / PostGIS&#10;R">
            <a:extLst xmlns:a="http://schemas.openxmlformats.org/drawingml/2006/main">
              <a:ext uri="{FF2B5EF4-FFF2-40B4-BE49-F238E27FC236}">
                <a16:creationId xmlns:a16="http://schemas.microsoft.com/office/drawing/2014/main" id="{3C3E2FF9-92F7-4A00-AA4C-6FB798877006}"/>
              </a:ext>
            </a:extLst>
          </p:cNvPr>
          <p:cNvSpPr>
            <a:spLocks xmlns:a="http://schemas.openxmlformats.org/drawingml/2006/main" noGrp="1"/>
          </p:cNvSpPr>
          <p:nvPr/>
        </p:nvSpPr>
        <p:spPr>
          <a:xfrm xmlns:a="http://schemas.openxmlformats.org/drawingml/2006/main">
            <a:off x="10048875" y="1828800"/>
            <a:ext cx="2905125" cy="914400"/>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PostgreSQL / PostGIS</a:t>
            </a:r>
          </a:p>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Releases + durable jobs</a:t>
            </a:r>
          </a:p>
        </p:txBody>
      </p:sp>
      <p:sp>
        <p:nvSpPr>
          <p:cNvPr id="6" name="diagram-Private storage&#10;Origin">
            <a:extLst xmlns:a="http://schemas.openxmlformats.org/drawingml/2006/main">
              <a:ext uri="{FF2B5EF4-FFF2-40B4-BE49-F238E27FC236}">
                <a16:creationId xmlns:a16="http://schemas.microsoft.com/office/drawing/2014/main" id="{EB0242E3-BD5C-45A2-8021-2B4272B707C6}"/>
              </a:ext>
            </a:extLst>
          </p:cNvPr>
          <p:cNvSpPr>
            <a:spLocks xmlns:a="http://schemas.openxmlformats.org/drawingml/2006/main" noGrp="1"/>
          </p:cNvSpPr>
          <p:nvPr/>
        </p:nvSpPr>
        <p:spPr>
          <a:xfrm xmlns:a="http://schemas.openxmlformats.org/drawingml/2006/main">
            <a:off x="5381625" y="3667125"/>
            <a:ext cx="2905125" cy="914400"/>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Private storage</a:t>
            </a:r>
          </a:p>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Originals + derivatives</a:t>
            </a:r>
          </a:p>
        </p:txBody>
      </p:sp>
      <p:sp>
        <p:nvSpPr>
          <p:cNvPr id="7" name="diagram-Bounded worker&#10;Claims ">
            <a:extLst xmlns:a="http://schemas.openxmlformats.org/drawingml/2006/main">
              <a:ext uri="{FF2B5EF4-FFF2-40B4-BE49-F238E27FC236}">
                <a16:creationId xmlns:a16="http://schemas.microsoft.com/office/drawing/2014/main" id="{49E09163-857A-440C-867F-664D7FC22817}"/>
              </a:ext>
            </a:extLst>
          </p:cNvPr>
          <p:cNvSpPr>
            <a:spLocks xmlns:a="http://schemas.openxmlformats.org/drawingml/2006/main" noGrp="1"/>
          </p:cNvSpPr>
          <p:nvPr/>
        </p:nvSpPr>
        <p:spPr>
          <a:xfrm xmlns:a="http://schemas.openxmlformats.org/drawingml/2006/main">
            <a:off x="10048875" y="3667125"/>
            <a:ext cx="2905125" cy="914400"/>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75">
                <a:solidFill>
                  <a:srgbClr val="122D3B"/>
                </a:solidFill>
                <a:latin typeface="DejaVu Sans"/>
                <a:ea typeface="DejaVu Sans"/>
                <a:cs typeface="DejaVu Sans"/>
              </a:defRPr>
            </a:defPPr>
            <a:lvl1pPr algn="ctr">
              <a:defRPr sz="1875">
                <a:solidFill>
                  <a:srgbClr val="122D3B"/>
                </a:solidFill>
                <a:latin typeface="DejaVu Sans"/>
                <a:ea typeface="DejaVu Sans"/>
                <a:cs typeface="DejaVu Sans"/>
              </a:defRPr>
            </a:lvl1pPr>
            <a:lvl2pPr algn="ctr">
              <a:defRPr sz="1875">
                <a:solidFill>
                  <a:srgbClr val="122D3B"/>
                </a:solidFill>
                <a:latin typeface="DejaVu Sans"/>
                <a:ea typeface="DejaVu Sans"/>
                <a:cs typeface="DejaVu Sans"/>
              </a:defRPr>
            </a:lvl2pPr>
            <a:lvl3pPr algn="ctr">
              <a:defRPr sz="1875">
                <a:solidFill>
                  <a:srgbClr val="122D3B"/>
                </a:solidFill>
                <a:latin typeface="DejaVu Sans"/>
                <a:ea typeface="DejaVu Sans"/>
                <a:cs typeface="DejaVu Sans"/>
              </a:defRPr>
            </a:lvl3pPr>
            <a:lvl4pPr algn="ctr">
              <a:defRPr sz="1875">
                <a:solidFill>
                  <a:srgbClr val="122D3B"/>
                </a:solidFill>
                <a:latin typeface="DejaVu Sans"/>
                <a:ea typeface="DejaVu Sans"/>
                <a:cs typeface="DejaVu Sans"/>
              </a:defRPr>
            </a:lvl4pPr>
            <a:lvl5pPr algn="ctr">
              <a:defRPr sz="1875">
                <a:solidFill>
                  <a:srgbClr val="122D3B"/>
                </a:solidFill>
                <a:latin typeface="DejaVu Sans"/>
                <a:ea typeface="DejaVu Sans"/>
                <a:cs typeface="DejaVu Sans"/>
              </a:defRPr>
            </a:lvl5pPr>
            <a:lvl6pPr algn="ctr">
              <a:defRPr sz="1875">
                <a:solidFill>
                  <a:srgbClr val="122D3B"/>
                </a:solidFill>
                <a:latin typeface="DejaVu Sans"/>
                <a:ea typeface="DejaVu Sans"/>
                <a:cs typeface="DejaVu Sans"/>
              </a:defRPr>
            </a:lvl6pPr>
            <a:lvl7pPr algn="ctr">
              <a:defRPr sz="1875">
                <a:solidFill>
                  <a:srgbClr val="122D3B"/>
                </a:solidFill>
                <a:latin typeface="DejaVu Sans"/>
                <a:ea typeface="DejaVu Sans"/>
                <a:cs typeface="DejaVu Sans"/>
              </a:defRPr>
            </a:lvl7pPr>
            <a:lvl8pPr algn="ctr">
              <a:defRPr sz="1875">
                <a:solidFill>
                  <a:srgbClr val="122D3B"/>
                </a:solidFill>
                <a:latin typeface="DejaVu Sans"/>
                <a:ea typeface="DejaVu Sans"/>
                <a:cs typeface="DejaVu Sans"/>
              </a:defRPr>
            </a:lvl8pPr>
            <a:lvl9pPr algn="ctr">
              <a:defRPr sz="1875">
                <a:solidFill>
                  <a:srgbClr val="122D3B"/>
                </a:solidFill>
                <a:latin typeface="DejaVu Sans"/>
                <a:ea typeface="DejaVu Sans"/>
                <a:cs typeface="DejaVu Sans"/>
              </a:defRPr>
            </a:lvl9pPr>
          </a:lstStyle>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Bounded worker</a:t>
            </a:r>
          </a:p>
          <a:p xmlns:a="http://schemas.openxmlformats.org/drawingml/2006/main">
            <a:pPr algn="ctr">
              <a:defRPr sz="1875">
                <a:solidFill>
                  <a:srgbClr val="122D3B"/>
                </a:solidFill>
                <a:latin typeface="DejaVu Sans"/>
                <a:ea typeface="DejaVu Sans"/>
                <a:cs typeface="DejaVu Sans"/>
              </a:defRPr>
            </a:pPr>
            <a:r>
              <a:rPr sz="1875">
                <a:solidFill>
                  <a:srgbClr val="122D3B"/>
                </a:solidFill>
                <a:latin typeface="DejaVu Sans"/>
                <a:ea typeface="DejaVu Sans"/>
                <a:cs typeface="DejaVu Sans"/>
              </a:rPr>
              <a:t>Claims queued jobs</a:t>
            </a:r>
          </a:p>
        </p:txBody>
      </p:sp>
      <p:sp>
        <p:nvSpPr>
          <p:cNvPr id="13" name="text-12">
            <a:extLst xmlns:a="http://schemas.openxmlformats.org/drawingml/2006/main">
              <a:ext uri="{FF2B5EF4-FFF2-40B4-BE49-F238E27FC236}">
                <a16:creationId xmlns:a16="http://schemas.microsoft.com/office/drawing/2014/main" id="{F3E4916C-92F5-4F0E-B73F-5F9871B01FCE}"/>
              </a:ext>
            </a:extLst>
          </p:cNvPr>
          <p:cNvSpPr>
            <a:spLocks xmlns:a="http://schemas.openxmlformats.org/drawingml/2006/main" noGrp="1"/>
          </p:cNvSpPr>
          <p:nvPr/>
        </p:nvSpPr>
        <p:spPr>
          <a:xfrm xmlns:a="http://schemas.openxmlformats.org/drawingml/2006/main">
            <a:off x="733425" y="5105400"/>
            <a:ext cx="1171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Dataset lifecycle</a:t>
            </a:r>
          </a:p>
        </p:txBody>
      </p:sp>
      <p:sp>
        <p:nvSpPr>
          <p:cNvPr id="14" name="diagram-Editable draft">
            <a:extLst xmlns:a="http://schemas.openxmlformats.org/drawingml/2006/main">
              <a:ext uri="{FF2B5EF4-FFF2-40B4-BE49-F238E27FC236}">
                <a16:creationId xmlns:a16="http://schemas.microsoft.com/office/drawing/2014/main" id="{63C6E306-0617-47CF-AC2F-BBA9A1B34C01}"/>
              </a:ext>
            </a:extLst>
          </p:cNvPr>
          <p:cNvSpPr>
            <a:spLocks xmlns:a="http://schemas.openxmlformats.org/drawingml/2006/main" noGrp="1"/>
          </p:cNvSpPr>
          <p:nvPr/>
        </p:nvSpPr>
        <p:spPr>
          <a:xfrm xmlns:a="http://schemas.openxmlformats.org/drawingml/2006/main">
            <a:off x="742950" y="5629275"/>
            <a:ext cx="2609850" cy="638175"/>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00">
                <a:solidFill>
                  <a:srgbClr val="122D3B"/>
                </a:solidFill>
                <a:latin typeface="DejaVu Sans"/>
                <a:ea typeface="DejaVu Sans"/>
                <a:cs typeface="DejaVu Sans"/>
              </a:defRPr>
            </a:defPPr>
            <a:lvl1pPr algn="ctr">
              <a:defRPr sz="1800">
                <a:solidFill>
                  <a:srgbClr val="122D3B"/>
                </a:solidFill>
                <a:latin typeface="DejaVu Sans"/>
                <a:ea typeface="DejaVu Sans"/>
                <a:cs typeface="DejaVu Sans"/>
              </a:defRPr>
            </a:lvl1pPr>
            <a:lvl2pPr algn="ctr">
              <a:defRPr sz="1800">
                <a:solidFill>
                  <a:srgbClr val="122D3B"/>
                </a:solidFill>
                <a:latin typeface="DejaVu Sans"/>
                <a:ea typeface="DejaVu Sans"/>
                <a:cs typeface="DejaVu Sans"/>
              </a:defRPr>
            </a:lvl2pPr>
            <a:lvl3pPr algn="ctr">
              <a:defRPr sz="1800">
                <a:solidFill>
                  <a:srgbClr val="122D3B"/>
                </a:solidFill>
                <a:latin typeface="DejaVu Sans"/>
                <a:ea typeface="DejaVu Sans"/>
                <a:cs typeface="DejaVu Sans"/>
              </a:defRPr>
            </a:lvl3pPr>
            <a:lvl4pPr algn="ctr">
              <a:defRPr sz="1800">
                <a:solidFill>
                  <a:srgbClr val="122D3B"/>
                </a:solidFill>
                <a:latin typeface="DejaVu Sans"/>
                <a:ea typeface="DejaVu Sans"/>
                <a:cs typeface="DejaVu Sans"/>
              </a:defRPr>
            </a:lvl4pPr>
            <a:lvl5pPr algn="ctr">
              <a:defRPr sz="1800">
                <a:solidFill>
                  <a:srgbClr val="122D3B"/>
                </a:solidFill>
                <a:latin typeface="DejaVu Sans"/>
                <a:ea typeface="DejaVu Sans"/>
                <a:cs typeface="DejaVu Sans"/>
              </a:defRPr>
            </a:lvl5pPr>
            <a:lvl6pPr algn="ctr">
              <a:defRPr sz="1800">
                <a:solidFill>
                  <a:srgbClr val="122D3B"/>
                </a:solidFill>
                <a:latin typeface="DejaVu Sans"/>
                <a:ea typeface="DejaVu Sans"/>
                <a:cs typeface="DejaVu Sans"/>
              </a:defRPr>
            </a:lvl6pPr>
            <a:lvl7pPr algn="ctr">
              <a:defRPr sz="1800">
                <a:solidFill>
                  <a:srgbClr val="122D3B"/>
                </a:solidFill>
                <a:latin typeface="DejaVu Sans"/>
                <a:ea typeface="DejaVu Sans"/>
                <a:cs typeface="DejaVu Sans"/>
              </a:defRPr>
            </a:lvl7pPr>
            <a:lvl8pPr algn="ctr">
              <a:defRPr sz="1800">
                <a:solidFill>
                  <a:srgbClr val="122D3B"/>
                </a:solidFill>
                <a:latin typeface="DejaVu Sans"/>
                <a:ea typeface="DejaVu Sans"/>
                <a:cs typeface="DejaVu Sans"/>
              </a:defRPr>
            </a:lvl8pPr>
            <a:lvl9pPr algn="ctr">
              <a:defRPr sz="1800">
                <a:solidFill>
                  <a:srgbClr val="122D3B"/>
                </a:solidFill>
                <a:latin typeface="DejaVu Sans"/>
                <a:ea typeface="DejaVu Sans"/>
                <a:cs typeface="DejaVu Sans"/>
              </a:defRPr>
            </a:lvl9pPr>
          </a:lstStyle>
          <a:p xmlns:a="http://schemas.openxmlformats.org/drawingml/2006/main">
            <a:pPr algn="ctr">
              <a:defRPr sz="1800">
                <a:solidFill>
                  <a:srgbClr val="122D3B"/>
                </a:solidFill>
                <a:latin typeface="DejaVu Sans"/>
                <a:ea typeface="DejaVu Sans"/>
                <a:cs typeface="DejaVu Sans"/>
              </a:defRPr>
            </a:pPr>
            <a:r>
              <a:rPr sz="1800">
                <a:solidFill>
                  <a:srgbClr val="122D3B"/>
                </a:solidFill>
                <a:latin typeface="DejaVu Sans"/>
                <a:ea typeface="DejaVu Sans"/>
                <a:cs typeface="DejaVu Sans"/>
              </a:rPr>
              <a:t>Editable draft</a:t>
            </a:r>
          </a:p>
        </p:txBody>
      </p:sp>
      <p:sp>
        <p:nvSpPr>
          <p:cNvPr id="15" name="diagram-Validation">
            <a:extLst xmlns:a="http://schemas.openxmlformats.org/drawingml/2006/main">
              <a:ext uri="{FF2B5EF4-FFF2-40B4-BE49-F238E27FC236}">
                <a16:creationId xmlns:a16="http://schemas.microsoft.com/office/drawing/2014/main" id="{8D2148FB-7F6C-44A2-B694-A7A7FEBF7448}"/>
              </a:ext>
            </a:extLst>
          </p:cNvPr>
          <p:cNvSpPr>
            <a:spLocks xmlns:a="http://schemas.openxmlformats.org/drawingml/2006/main" noGrp="1"/>
          </p:cNvSpPr>
          <p:nvPr/>
        </p:nvSpPr>
        <p:spPr>
          <a:xfrm xmlns:a="http://schemas.openxmlformats.org/drawingml/2006/main">
            <a:off x="3943350" y="5629275"/>
            <a:ext cx="2609850" cy="638175"/>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00">
                <a:solidFill>
                  <a:srgbClr val="122D3B"/>
                </a:solidFill>
                <a:latin typeface="DejaVu Sans"/>
                <a:ea typeface="DejaVu Sans"/>
                <a:cs typeface="DejaVu Sans"/>
              </a:defRPr>
            </a:defPPr>
            <a:lvl1pPr algn="ctr">
              <a:defRPr sz="1800">
                <a:solidFill>
                  <a:srgbClr val="122D3B"/>
                </a:solidFill>
                <a:latin typeface="DejaVu Sans"/>
                <a:ea typeface="DejaVu Sans"/>
                <a:cs typeface="DejaVu Sans"/>
              </a:defRPr>
            </a:lvl1pPr>
            <a:lvl2pPr algn="ctr">
              <a:defRPr sz="1800">
                <a:solidFill>
                  <a:srgbClr val="122D3B"/>
                </a:solidFill>
                <a:latin typeface="DejaVu Sans"/>
                <a:ea typeface="DejaVu Sans"/>
                <a:cs typeface="DejaVu Sans"/>
              </a:defRPr>
            </a:lvl2pPr>
            <a:lvl3pPr algn="ctr">
              <a:defRPr sz="1800">
                <a:solidFill>
                  <a:srgbClr val="122D3B"/>
                </a:solidFill>
                <a:latin typeface="DejaVu Sans"/>
                <a:ea typeface="DejaVu Sans"/>
                <a:cs typeface="DejaVu Sans"/>
              </a:defRPr>
            </a:lvl3pPr>
            <a:lvl4pPr algn="ctr">
              <a:defRPr sz="1800">
                <a:solidFill>
                  <a:srgbClr val="122D3B"/>
                </a:solidFill>
                <a:latin typeface="DejaVu Sans"/>
                <a:ea typeface="DejaVu Sans"/>
                <a:cs typeface="DejaVu Sans"/>
              </a:defRPr>
            </a:lvl4pPr>
            <a:lvl5pPr algn="ctr">
              <a:defRPr sz="1800">
                <a:solidFill>
                  <a:srgbClr val="122D3B"/>
                </a:solidFill>
                <a:latin typeface="DejaVu Sans"/>
                <a:ea typeface="DejaVu Sans"/>
                <a:cs typeface="DejaVu Sans"/>
              </a:defRPr>
            </a:lvl5pPr>
            <a:lvl6pPr algn="ctr">
              <a:defRPr sz="1800">
                <a:solidFill>
                  <a:srgbClr val="122D3B"/>
                </a:solidFill>
                <a:latin typeface="DejaVu Sans"/>
                <a:ea typeface="DejaVu Sans"/>
                <a:cs typeface="DejaVu Sans"/>
              </a:defRPr>
            </a:lvl6pPr>
            <a:lvl7pPr algn="ctr">
              <a:defRPr sz="1800">
                <a:solidFill>
                  <a:srgbClr val="122D3B"/>
                </a:solidFill>
                <a:latin typeface="DejaVu Sans"/>
                <a:ea typeface="DejaVu Sans"/>
                <a:cs typeface="DejaVu Sans"/>
              </a:defRPr>
            </a:lvl7pPr>
            <a:lvl8pPr algn="ctr">
              <a:defRPr sz="1800">
                <a:solidFill>
                  <a:srgbClr val="122D3B"/>
                </a:solidFill>
                <a:latin typeface="DejaVu Sans"/>
                <a:ea typeface="DejaVu Sans"/>
                <a:cs typeface="DejaVu Sans"/>
              </a:defRPr>
            </a:lvl8pPr>
            <a:lvl9pPr algn="ctr">
              <a:defRPr sz="1800">
                <a:solidFill>
                  <a:srgbClr val="122D3B"/>
                </a:solidFill>
                <a:latin typeface="DejaVu Sans"/>
                <a:ea typeface="DejaVu Sans"/>
                <a:cs typeface="DejaVu Sans"/>
              </a:defRPr>
            </a:lvl9pPr>
          </a:lstStyle>
          <a:p xmlns:a="http://schemas.openxmlformats.org/drawingml/2006/main">
            <a:pPr algn="ctr">
              <a:defRPr sz="1800">
                <a:solidFill>
                  <a:srgbClr val="122D3B"/>
                </a:solidFill>
                <a:latin typeface="DejaVu Sans"/>
                <a:ea typeface="DejaVu Sans"/>
                <a:cs typeface="DejaVu Sans"/>
              </a:defRPr>
            </a:pPr>
            <a:r>
              <a:rPr sz="1800">
                <a:solidFill>
                  <a:srgbClr val="122D3B"/>
                </a:solidFill>
                <a:latin typeface="DejaVu Sans"/>
                <a:ea typeface="DejaVu Sans"/>
                <a:cs typeface="DejaVu Sans"/>
              </a:rPr>
              <a:t>Validation</a:t>
            </a:r>
          </a:p>
        </p:txBody>
      </p:sp>
      <p:sp>
        <p:nvSpPr>
          <p:cNvPr id="16" name="diagram-Review">
            <a:extLst xmlns:a="http://schemas.openxmlformats.org/drawingml/2006/main">
              <a:ext uri="{FF2B5EF4-FFF2-40B4-BE49-F238E27FC236}">
                <a16:creationId xmlns:a16="http://schemas.microsoft.com/office/drawing/2014/main" id="{5900492C-B871-4E2B-9539-C80B018E59B5}"/>
              </a:ext>
            </a:extLst>
          </p:cNvPr>
          <p:cNvSpPr>
            <a:spLocks xmlns:a="http://schemas.openxmlformats.org/drawingml/2006/main" noGrp="1"/>
          </p:cNvSpPr>
          <p:nvPr/>
        </p:nvSpPr>
        <p:spPr>
          <a:xfrm xmlns:a="http://schemas.openxmlformats.org/drawingml/2006/main">
            <a:off x="7143750" y="5629275"/>
            <a:ext cx="2609850" cy="638175"/>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00">
                <a:solidFill>
                  <a:srgbClr val="122D3B"/>
                </a:solidFill>
                <a:latin typeface="DejaVu Sans"/>
                <a:ea typeface="DejaVu Sans"/>
                <a:cs typeface="DejaVu Sans"/>
              </a:defRPr>
            </a:defPPr>
            <a:lvl1pPr algn="ctr">
              <a:defRPr sz="1800">
                <a:solidFill>
                  <a:srgbClr val="122D3B"/>
                </a:solidFill>
                <a:latin typeface="DejaVu Sans"/>
                <a:ea typeface="DejaVu Sans"/>
                <a:cs typeface="DejaVu Sans"/>
              </a:defRPr>
            </a:lvl1pPr>
            <a:lvl2pPr algn="ctr">
              <a:defRPr sz="1800">
                <a:solidFill>
                  <a:srgbClr val="122D3B"/>
                </a:solidFill>
                <a:latin typeface="DejaVu Sans"/>
                <a:ea typeface="DejaVu Sans"/>
                <a:cs typeface="DejaVu Sans"/>
              </a:defRPr>
            </a:lvl2pPr>
            <a:lvl3pPr algn="ctr">
              <a:defRPr sz="1800">
                <a:solidFill>
                  <a:srgbClr val="122D3B"/>
                </a:solidFill>
                <a:latin typeface="DejaVu Sans"/>
                <a:ea typeface="DejaVu Sans"/>
                <a:cs typeface="DejaVu Sans"/>
              </a:defRPr>
            </a:lvl3pPr>
            <a:lvl4pPr algn="ctr">
              <a:defRPr sz="1800">
                <a:solidFill>
                  <a:srgbClr val="122D3B"/>
                </a:solidFill>
                <a:latin typeface="DejaVu Sans"/>
                <a:ea typeface="DejaVu Sans"/>
                <a:cs typeface="DejaVu Sans"/>
              </a:defRPr>
            </a:lvl4pPr>
            <a:lvl5pPr algn="ctr">
              <a:defRPr sz="1800">
                <a:solidFill>
                  <a:srgbClr val="122D3B"/>
                </a:solidFill>
                <a:latin typeface="DejaVu Sans"/>
                <a:ea typeface="DejaVu Sans"/>
                <a:cs typeface="DejaVu Sans"/>
              </a:defRPr>
            </a:lvl5pPr>
            <a:lvl6pPr algn="ctr">
              <a:defRPr sz="1800">
                <a:solidFill>
                  <a:srgbClr val="122D3B"/>
                </a:solidFill>
                <a:latin typeface="DejaVu Sans"/>
                <a:ea typeface="DejaVu Sans"/>
                <a:cs typeface="DejaVu Sans"/>
              </a:defRPr>
            </a:lvl6pPr>
            <a:lvl7pPr algn="ctr">
              <a:defRPr sz="1800">
                <a:solidFill>
                  <a:srgbClr val="122D3B"/>
                </a:solidFill>
                <a:latin typeface="DejaVu Sans"/>
                <a:ea typeface="DejaVu Sans"/>
                <a:cs typeface="DejaVu Sans"/>
              </a:defRPr>
            </a:lvl7pPr>
            <a:lvl8pPr algn="ctr">
              <a:defRPr sz="1800">
                <a:solidFill>
                  <a:srgbClr val="122D3B"/>
                </a:solidFill>
                <a:latin typeface="DejaVu Sans"/>
                <a:ea typeface="DejaVu Sans"/>
                <a:cs typeface="DejaVu Sans"/>
              </a:defRPr>
            </a:lvl8pPr>
            <a:lvl9pPr algn="ctr">
              <a:defRPr sz="1800">
                <a:solidFill>
                  <a:srgbClr val="122D3B"/>
                </a:solidFill>
                <a:latin typeface="DejaVu Sans"/>
                <a:ea typeface="DejaVu Sans"/>
                <a:cs typeface="DejaVu Sans"/>
              </a:defRPr>
            </a:lvl9pPr>
          </a:lstStyle>
          <a:p xmlns:a="http://schemas.openxmlformats.org/drawingml/2006/main">
            <a:pPr algn="ctr">
              <a:defRPr sz="1800">
                <a:solidFill>
                  <a:srgbClr val="122D3B"/>
                </a:solidFill>
                <a:latin typeface="DejaVu Sans"/>
                <a:ea typeface="DejaVu Sans"/>
                <a:cs typeface="DejaVu Sans"/>
              </a:defRPr>
            </a:pPr>
            <a:r>
              <a:rPr sz="1800">
                <a:solidFill>
                  <a:srgbClr val="122D3B"/>
                </a:solidFill>
                <a:latin typeface="DejaVu Sans"/>
                <a:ea typeface="DejaVu Sans"/>
                <a:cs typeface="DejaVu Sans"/>
              </a:rPr>
              <a:t>Review</a:t>
            </a:r>
          </a:p>
        </p:txBody>
      </p:sp>
      <p:sp>
        <p:nvSpPr>
          <p:cNvPr id="17" name="diagram-Immutable release">
            <a:extLst xmlns:a="http://schemas.openxmlformats.org/drawingml/2006/main">
              <a:ext uri="{FF2B5EF4-FFF2-40B4-BE49-F238E27FC236}">
                <a16:creationId xmlns:a16="http://schemas.microsoft.com/office/drawing/2014/main" id="{8B195BA9-D5FD-451A-A7A4-829F589F498D}"/>
              </a:ext>
            </a:extLst>
          </p:cNvPr>
          <p:cNvSpPr>
            <a:spLocks xmlns:a="http://schemas.openxmlformats.org/drawingml/2006/main" noGrp="1"/>
          </p:cNvSpPr>
          <p:nvPr/>
        </p:nvSpPr>
        <p:spPr>
          <a:xfrm xmlns:a="http://schemas.openxmlformats.org/drawingml/2006/main">
            <a:off x="10344150" y="5629275"/>
            <a:ext cx="2609850" cy="638175"/>
          </a:xfrm>
          <a:prstGeom xmlns:a="http://schemas.openxmlformats.org/drawingml/2006/main" prst="rect">
            <a:avLst/>
          </a:prstGeom>
          <a:solidFill xmlns:a="http://schemas.openxmlformats.org/drawingml/2006/main">
            <a:srgbClr val="E6ECE8"/>
          </a:solidFill>
          <a:ln xmlns:a="http://schemas.openxmlformats.org/drawingml/2006/main" w="14288">
            <a:solidFill>
              <a:srgbClr val="122D3B"/>
            </a:solidFill>
            <a:prstDash val="solid"/>
          </a:ln>
        </p:spPr>
        <p:txBody>
          <a:bodyPr xmlns:a="http://schemas.openxmlformats.org/drawingml/2006/main" lIns="114300" tIns="114300" rIns="114300" bIns="114300" anchor="ctr"/>
          <a:lstStyle xmlns:a="http://schemas.openxmlformats.org/drawingml/2006/main">
            <a:defPPr algn="ctr">
              <a:defRPr sz="1800">
                <a:solidFill>
                  <a:srgbClr val="122D3B"/>
                </a:solidFill>
                <a:latin typeface="DejaVu Sans"/>
                <a:ea typeface="DejaVu Sans"/>
                <a:cs typeface="DejaVu Sans"/>
              </a:defRPr>
            </a:defPPr>
            <a:lvl1pPr algn="ctr">
              <a:defRPr sz="1800">
                <a:solidFill>
                  <a:srgbClr val="122D3B"/>
                </a:solidFill>
                <a:latin typeface="DejaVu Sans"/>
                <a:ea typeface="DejaVu Sans"/>
                <a:cs typeface="DejaVu Sans"/>
              </a:defRPr>
            </a:lvl1pPr>
            <a:lvl2pPr algn="ctr">
              <a:defRPr sz="1800">
                <a:solidFill>
                  <a:srgbClr val="122D3B"/>
                </a:solidFill>
                <a:latin typeface="DejaVu Sans"/>
                <a:ea typeface="DejaVu Sans"/>
                <a:cs typeface="DejaVu Sans"/>
              </a:defRPr>
            </a:lvl2pPr>
            <a:lvl3pPr algn="ctr">
              <a:defRPr sz="1800">
                <a:solidFill>
                  <a:srgbClr val="122D3B"/>
                </a:solidFill>
                <a:latin typeface="DejaVu Sans"/>
                <a:ea typeface="DejaVu Sans"/>
                <a:cs typeface="DejaVu Sans"/>
              </a:defRPr>
            </a:lvl3pPr>
            <a:lvl4pPr algn="ctr">
              <a:defRPr sz="1800">
                <a:solidFill>
                  <a:srgbClr val="122D3B"/>
                </a:solidFill>
                <a:latin typeface="DejaVu Sans"/>
                <a:ea typeface="DejaVu Sans"/>
                <a:cs typeface="DejaVu Sans"/>
              </a:defRPr>
            </a:lvl4pPr>
            <a:lvl5pPr algn="ctr">
              <a:defRPr sz="1800">
                <a:solidFill>
                  <a:srgbClr val="122D3B"/>
                </a:solidFill>
                <a:latin typeface="DejaVu Sans"/>
                <a:ea typeface="DejaVu Sans"/>
                <a:cs typeface="DejaVu Sans"/>
              </a:defRPr>
            </a:lvl5pPr>
            <a:lvl6pPr algn="ctr">
              <a:defRPr sz="1800">
                <a:solidFill>
                  <a:srgbClr val="122D3B"/>
                </a:solidFill>
                <a:latin typeface="DejaVu Sans"/>
                <a:ea typeface="DejaVu Sans"/>
                <a:cs typeface="DejaVu Sans"/>
              </a:defRPr>
            </a:lvl6pPr>
            <a:lvl7pPr algn="ctr">
              <a:defRPr sz="1800">
                <a:solidFill>
                  <a:srgbClr val="122D3B"/>
                </a:solidFill>
                <a:latin typeface="DejaVu Sans"/>
                <a:ea typeface="DejaVu Sans"/>
                <a:cs typeface="DejaVu Sans"/>
              </a:defRPr>
            </a:lvl7pPr>
            <a:lvl8pPr algn="ctr">
              <a:defRPr sz="1800">
                <a:solidFill>
                  <a:srgbClr val="122D3B"/>
                </a:solidFill>
                <a:latin typeface="DejaVu Sans"/>
                <a:ea typeface="DejaVu Sans"/>
                <a:cs typeface="DejaVu Sans"/>
              </a:defRPr>
            </a:lvl8pPr>
            <a:lvl9pPr algn="ctr">
              <a:defRPr sz="1800">
                <a:solidFill>
                  <a:srgbClr val="122D3B"/>
                </a:solidFill>
                <a:latin typeface="DejaVu Sans"/>
                <a:ea typeface="DejaVu Sans"/>
                <a:cs typeface="DejaVu Sans"/>
              </a:defRPr>
            </a:lvl9pPr>
          </a:lstStyle>
          <a:p xmlns:a="http://schemas.openxmlformats.org/drawingml/2006/main">
            <a:pPr algn="ctr">
              <a:defRPr sz="1800">
                <a:solidFill>
                  <a:srgbClr val="122D3B"/>
                </a:solidFill>
                <a:latin typeface="DejaVu Sans"/>
                <a:ea typeface="DejaVu Sans"/>
                <a:cs typeface="DejaVu Sans"/>
              </a:defRPr>
            </a:pPr>
            <a:r>
              <a:rPr sz="1800">
                <a:solidFill>
                  <a:srgbClr val="122D3B"/>
                </a:solidFill>
                <a:latin typeface="DejaVu Sans"/>
                <a:ea typeface="DejaVu Sans"/>
                <a:cs typeface="DejaVu Sans"/>
              </a:rPr>
              <a:t>Immutable release</a:t>
            </a:r>
          </a:p>
        </p:txBody>
      </p:sp>
      <p:sp>
        <p:nvSpPr>
          <p:cNvPr id="21" name="text-20">
            <a:extLst xmlns:a="http://schemas.openxmlformats.org/drawingml/2006/main">
              <a:ext uri="{FF2B5EF4-FFF2-40B4-BE49-F238E27FC236}">
                <a16:creationId xmlns:a16="http://schemas.microsoft.com/office/drawing/2014/main" id="{B1BC612D-BB0D-4495-94A7-22F833E63B40}"/>
              </a:ext>
            </a:extLst>
          </p:cNvPr>
          <p:cNvSpPr>
            <a:spLocks xmlns:a="http://schemas.openxmlformats.org/drawingml/2006/main" noGrp="1"/>
          </p:cNvSpPr>
          <p:nvPr/>
        </p:nvSpPr>
        <p:spPr>
          <a:xfrm xmlns:a="http://schemas.openxmlformats.org/drawingml/2006/main">
            <a:off x="742950" y="6667500"/>
            <a:ext cx="11953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233B45"/>
                </a:solidFill>
                <a:latin typeface="DejaVu Sans"/>
                <a:ea typeface="DejaVu Sans"/>
                <a:cs typeface="DejaVu Sans"/>
              </a:defRPr>
            </a:defPPr>
            <a:lvl1pPr algn="l">
              <a:defRPr sz="1725" b="0">
                <a:solidFill>
                  <a:srgbClr val="233B45"/>
                </a:solidFill>
                <a:latin typeface="DejaVu Sans"/>
                <a:ea typeface="DejaVu Sans"/>
                <a:cs typeface="DejaVu Sans"/>
              </a:defRPr>
            </a:lvl1pPr>
            <a:lvl2pPr algn="l">
              <a:defRPr sz="1725" b="0">
                <a:solidFill>
                  <a:srgbClr val="233B45"/>
                </a:solidFill>
                <a:latin typeface="DejaVu Sans"/>
                <a:ea typeface="DejaVu Sans"/>
                <a:cs typeface="DejaVu Sans"/>
              </a:defRPr>
            </a:lvl2pPr>
            <a:lvl3pPr algn="l">
              <a:defRPr sz="1725" b="0">
                <a:solidFill>
                  <a:srgbClr val="233B45"/>
                </a:solidFill>
                <a:latin typeface="DejaVu Sans"/>
                <a:ea typeface="DejaVu Sans"/>
                <a:cs typeface="DejaVu Sans"/>
              </a:defRPr>
            </a:lvl3pPr>
            <a:lvl4pPr algn="l">
              <a:defRPr sz="1725" b="0">
                <a:solidFill>
                  <a:srgbClr val="233B45"/>
                </a:solidFill>
                <a:latin typeface="DejaVu Sans"/>
                <a:ea typeface="DejaVu Sans"/>
                <a:cs typeface="DejaVu Sans"/>
              </a:defRPr>
            </a:lvl4pPr>
            <a:lvl5pPr algn="l">
              <a:defRPr sz="1725" b="0">
                <a:solidFill>
                  <a:srgbClr val="233B45"/>
                </a:solidFill>
                <a:latin typeface="DejaVu Sans"/>
                <a:ea typeface="DejaVu Sans"/>
                <a:cs typeface="DejaVu Sans"/>
              </a:defRPr>
            </a:lvl5pPr>
            <a:lvl6pPr algn="l">
              <a:defRPr sz="1725" b="0">
                <a:solidFill>
                  <a:srgbClr val="233B45"/>
                </a:solidFill>
                <a:latin typeface="DejaVu Sans"/>
                <a:ea typeface="DejaVu Sans"/>
                <a:cs typeface="DejaVu Sans"/>
              </a:defRPr>
            </a:lvl6pPr>
            <a:lvl7pPr algn="l">
              <a:defRPr sz="1725" b="0">
                <a:solidFill>
                  <a:srgbClr val="233B45"/>
                </a:solidFill>
                <a:latin typeface="DejaVu Sans"/>
                <a:ea typeface="DejaVu Sans"/>
                <a:cs typeface="DejaVu Sans"/>
              </a:defRPr>
            </a:lvl7pPr>
            <a:lvl8pPr algn="l">
              <a:defRPr sz="1725" b="0">
                <a:solidFill>
                  <a:srgbClr val="233B45"/>
                </a:solidFill>
                <a:latin typeface="DejaVu Sans"/>
                <a:ea typeface="DejaVu Sans"/>
                <a:cs typeface="DejaVu Sans"/>
              </a:defRPr>
            </a:lvl8pPr>
            <a:lvl9pPr algn="l">
              <a:defRPr sz="1725" b="0">
                <a:solidFill>
                  <a:srgbClr val="233B45"/>
                </a:solidFill>
                <a:latin typeface="DejaVu Sans"/>
                <a:ea typeface="DejaVu Sans"/>
                <a:cs typeface="DejaVu Sans"/>
              </a:defRPr>
            </a:lvl9pPr>
          </a:lstStyle>
          <a:p xmlns:a="http://schemas.openxmlformats.org/drawingml/2006/main">
            <a:pPr algn="l">
              <a:defRPr sz="1725" b="0">
                <a:solidFill>
                  <a:srgbClr val="233B45"/>
                </a:solidFill>
                <a:latin typeface="DejaVu Sans"/>
                <a:ea typeface="DejaVu Sans"/>
                <a:cs typeface="DejaVu Sans"/>
              </a:defRPr>
            </a:pPr>
            <a:r>
              <a:rPr sz="1725" b="0">
                <a:solidFill>
                  <a:srgbClr val="233B45"/>
                </a:solidFill>
                <a:latin typeface="DejaVu Sans"/>
                <a:ea typeface="DejaVu Sans"/>
                <a:cs typeface="DejaVu Sans"/>
              </a:rPr>
              <a:t>Version checks prevent stale edits. Transactions avoid partial imports. Audits retain actions.</a:t>
            </a:r>
          </a:p>
        </p:txBody>
      </p:sp>
    </p:spTree>
    <p:extLst>
      <p:ext uri="{BB962C8B-B14F-4D97-AF65-F5344CB8AC3E}">
        <p14:creationId xmlns:p14="http://schemas.microsoft.com/office/powerpoint/2010/main" val="1857831525"/>
      </p:ext>
    </p:extLst>
  </p:cSld>
</p:sld>
</file>

<file path=ppt/slides/slide10.xml><?xml version="1.0" encoding="utf-8"?>
<p:sld xmlns:p="http://schemas.openxmlformats.org/presentationml/2006/main">
  <p:cSld>
    <p:bg>
      <p:bgPr>
        <a:solidFill xmlns:a="http://schemas.openxmlformats.org/drawingml/2006/main">
          <a:srgbClr val="0A202D"/>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D23E708-1A68-4817-8D98-A9E1E6424EB2}"/>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F8FAF8"/>
                </a:solidFill>
                <a:latin typeface="Bitstream Charter"/>
                <a:ea typeface="Bitstream Charter"/>
                <a:cs typeface="Bitstream Charter"/>
              </a:defRPr>
            </a:defPPr>
            <a:lvl1pPr algn="l">
              <a:defRPr sz="3975" b="1">
                <a:solidFill>
                  <a:srgbClr val="F8FAF8"/>
                </a:solidFill>
                <a:latin typeface="Bitstream Charter"/>
                <a:ea typeface="Bitstream Charter"/>
                <a:cs typeface="Bitstream Charter"/>
              </a:defRPr>
            </a:lvl1pPr>
            <a:lvl2pPr algn="l">
              <a:defRPr sz="3975" b="1">
                <a:solidFill>
                  <a:srgbClr val="F8FAF8"/>
                </a:solidFill>
                <a:latin typeface="Bitstream Charter"/>
                <a:ea typeface="Bitstream Charter"/>
                <a:cs typeface="Bitstream Charter"/>
              </a:defRPr>
            </a:lvl2pPr>
            <a:lvl3pPr algn="l">
              <a:defRPr sz="3975" b="1">
                <a:solidFill>
                  <a:srgbClr val="F8FAF8"/>
                </a:solidFill>
                <a:latin typeface="Bitstream Charter"/>
                <a:ea typeface="Bitstream Charter"/>
                <a:cs typeface="Bitstream Charter"/>
              </a:defRPr>
            </a:lvl3pPr>
            <a:lvl4pPr algn="l">
              <a:defRPr sz="3975" b="1">
                <a:solidFill>
                  <a:srgbClr val="F8FAF8"/>
                </a:solidFill>
                <a:latin typeface="Bitstream Charter"/>
                <a:ea typeface="Bitstream Charter"/>
                <a:cs typeface="Bitstream Charter"/>
              </a:defRPr>
            </a:lvl4pPr>
            <a:lvl5pPr algn="l">
              <a:defRPr sz="3975" b="1">
                <a:solidFill>
                  <a:srgbClr val="F8FAF8"/>
                </a:solidFill>
                <a:latin typeface="Bitstream Charter"/>
                <a:ea typeface="Bitstream Charter"/>
                <a:cs typeface="Bitstream Charter"/>
              </a:defRPr>
            </a:lvl5pPr>
            <a:lvl6pPr algn="l">
              <a:defRPr sz="3975" b="1">
                <a:solidFill>
                  <a:srgbClr val="F8FAF8"/>
                </a:solidFill>
                <a:latin typeface="Bitstream Charter"/>
                <a:ea typeface="Bitstream Charter"/>
                <a:cs typeface="Bitstream Charter"/>
              </a:defRPr>
            </a:lvl6pPr>
            <a:lvl7pPr algn="l">
              <a:defRPr sz="3975" b="1">
                <a:solidFill>
                  <a:srgbClr val="F8FAF8"/>
                </a:solidFill>
                <a:latin typeface="Bitstream Charter"/>
                <a:ea typeface="Bitstream Charter"/>
                <a:cs typeface="Bitstream Charter"/>
              </a:defRPr>
            </a:lvl7pPr>
            <a:lvl8pPr algn="l">
              <a:defRPr sz="3975" b="1">
                <a:solidFill>
                  <a:srgbClr val="F8FAF8"/>
                </a:solidFill>
                <a:latin typeface="Bitstream Charter"/>
                <a:ea typeface="Bitstream Charter"/>
                <a:cs typeface="Bitstream Charter"/>
              </a:defRPr>
            </a:lvl8pPr>
            <a:lvl9pPr algn="l">
              <a:defRPr sz="3975" b="1">
                <a:solidFill>
                  <a:srgbClr val="F8FAF8"/>
                </a:solidFill>
                <a:latin typeface="Bitstream Charter"/>
                <a:ea typeface="Bitstream Charter"/>
                <a:cs typeface="Bitstream Charter"/>
              </a:defRPr>
            </a:lvl9pPr>
          </a:lstStyle>
          <a:p xmlns:a="http://schemas.openxmlformats.org/drawingml/2006/main">
            <a:pPr algn="l">
              <a:defRPr sz="3975" b="1">
                <a:solidFill>
                  <a:srgbClr val="F8FAF8"/>
                </a:solidFill>
                <a:latin typeface="Bitstream Charter"/>
                <a:ea typeface="Bitstream Charter"/>
                <a:cs typeface="Bitstream Charter"/>
              </a:defRPr>
            </a:pPr>
            <a:r>
              <a:rPr sz="3975" b="1">
                <a:solidFill>
                  <a:srgbClr val="F8FAF8"/>
                </a:solidFill>
                <a:latin typeface="Bitstream Charter"/>
                <a:ea typeface="Bitstream Charter"/>
                <a:cs typeface="Bitstream Charter"/>
              </a:rPr>
              <a:t>MUJ source data and the public experience</a:t>
            </a:r>
          </a:p>
        </p:txBody>
      </p:sp>
      <p:sp>
        <p:nvSpPr>
          <p:cNvPr id="2" name="text-1">
            <a:extLst xmlns:a="http://schemas.openxmlformats.org/drawingml/2006/main">
              <a:ext uri="{FF2B5EF4-FFF2-40B4-BE49-F238E27FC236}">
                <a16:creationId xmlns:a16="http://schemas.microsoft.com/office/drawing/2014/main" id="{9F0253C1-D136-46C9-9CAE-816BC7EB94D6}"/>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8BD2D4"/>
                </a:solidFill>
                <a:latin typeface="DejaVu Sans"/>
                <a:ea typeface="DejaVu Sans"/>
                <a:cs typeface="DejaVu Sans"/>
              </a:defRPr>
            </a:defPPr>
            <a:lvl1pPr algn="r">
              <a:defRPr sz="1275" b="0">
                <a:solidFill>
                  <a:srgbClr val="8BD2D4"/>
                </a:solidFill>
                <a:latin typeface="DejaVu Sans"/>
                <a:ea typeface="DejaVu Sans"/>
                <a:cs typeface="DejaVu Sans"/>
              </a:defRPr>
            </a:lvl1pPr>
            <a:lvl2pPr algn="r">
              <a:defRPr sz="1275" b="0">
                <a:solidFill>
                  <a:srgbClr val="8BD2D4"/>
                </a:solidFill>
                <a:latin typeface="DejaVu Sans"/>
                <a:ea typeface="DejaVu Sans"/>
                <a:cs typeface="DejaVu Sans"/>
              </a:defRPr>
            </a:lvl2pPr>
            <a:lvl3pPr algn="r">
              <a:defRPr sz="1275" b="0">
                <a:solidFill>
                  <a:srgbClr val="8BD2D4"/>
                </a:solidFill>
                <a:latin typeface="DejaVu Sans"/>
                <a:ea typeface="DejaVu Sans"/>
                <a:cs typeface="DejaVu Sans"/>
              </a:defRPr>
            </a:lvl3pPr>
            <a:lvl4pPr algn="r">
              <a:defRPr sz="1275" b="0">
                <a:solidFill>
                  <a:srgbClr val="8BD2D4"/>
                </a:solidFill>
                <a:latin typeface="DejaVu Sans"/>
                <a:ea typeface="DejaVu Sans"/>
                <a:cs typeface="DejaVu Sans"/>
              </a:defRPr>
            </a:lvl4pPr>
            <a:lvl5pPr algn="r">
              <a:defRPr sz="1275" b="0">
                <a:solidFill>
                  <a:srgbClr val="8BD2D4"/>
                </a:solidFill>
                <a:latin typeface="DejaVu Sans"/>
                <a:ea typeface="DejaVu Sans"/>
                <a:cs typeface="DejaVu Sans"/>
              </a:defRPr>
            </a:lvl5pPr>
            <a:lvl6pPr algn="r">
              <a:defRPr sz="1275" b="0">
                <a:solidFill>
                  <a:srgbClr val="8BD2D4"/>
                </a:solidFill>
                <a:latin typeface="DejaVu Sans"/>
                <a:ea typeface="DejaVu Sans"/>
                <a:cs typeface="DejaVu Sans"/>
              </a:defRPr>
            </a:lvl6pPr>
            <a:lvl7pPr algn="r">
              <a:defRPr sz="1275" b="0">
                <a:solidFill>
                  <a:srgbClr val="8BD2D4"/>
                </a:solidFill>
                <a:latin typeface="DejaVu Sans"/>
                <a:ea typeface="DejaVu Sans"/>
                <a:cs typeface="DejaVu Sans"/>
              </a:defRPr>
            </a:lvl7pPr>
            <a:lvl8pPr algn="r">
              <a:defRPr sz="1275" b="0">
                <a:solidFill>
                  <a:srgbClr val="8BD2D4"/>
                </a:solidFill>
                <a:latin typeface="DejaVu Sans"/>
                <a:ea typeface="DejaVu Sans"/>
                <a:cs typeface="DejaVu Sans"/>
              </a:defRPr>
            </a:lvl8pPr>
            <a:lvl9pPr algn="r">
              <a:defRPr sz="1275" b="0">
                <a:solidFill>
                  <a:srgbClr val="8BD2D4"/>
                </a:solidFill>
                <a:latin typeface="DejaVu Sans"/>
                <a:ea typeface="DejaVu Sans"/>
                <a:cs typeface="DejaVu Sans"/>
              </a:defRPr>
            </a:lvl9pPr>
          </a:lstStyle>
          <a:p xmlns:a="http://schemas.openxmlformats.org/drawingml/2006/main">
            <a:pPr algn="r">
              <a:defRPr sz="1275" b="0">
                <a:solidFill>
                  <a:srgbClr val="8BD2D4"/>
                </a:solidFill>
                <a:latin typeface="DejaVu Sans"/>
                <a:ea typeface="DejaVu Sans"/>
                <a:cs typeface="DejaVu Sans"/>
              </a:defRPr>
            </a:pPr>
            <a:r>
              <a:rPr sz="1275" b="0">
                <a:solidFill>
                  <a:srgbClr val="8BD2D4"/>
                </a:solidFill>
                <a:latin typeface="DejaVu Sans"/>
                <a:ea typeface="DejaVu Sans"/>
                <a:cs typeface="DejaVu Sans"/>
              </a:rPr>
              <a:t>10</a:t>
            </a:r>
          </a:p>
        </p:txBody>
      </p:sp>
      <p:graphicFrame>
        <p:nvGraphicFramePr>
          <p:cNvPr id="3" name="">
            <a:extLst xmlns:a="http://schemas.openxmlformats.org/drawingml/2006/main">
              <a:ext uri="{FF2B5EF4-FFF2-40B4-BE49-F238E27FC236}">
                <a16:creationId xmlns:a16="http://schemas.microsoft.com/office/drawing/2014/main" id="{9197ACE6-A28E-4B01-846F-6E4893F51BE7}"/>
              </a:ext>
            </a:extLst>
          </p:cNvPr>
          <p:cNvGraphicFramePr/>
          <p:nvPr/>
        </p:nvGraphicFramePr>
        <p:xfrm>
          <a:off xmlns:a="http://schemas.openxmlformats.org/drawingml/2006/main" x="666750" y="1552575"/>
          <a:ext xmlns:a="http://schemas.openxmlformats.org/drawingml/2006/main" cx="4905375" cy="4171950"/>
        </p:xfrm>
        <a:graphic xmlns:a="http://schemas.openxmlformats.org/drawingml/2006/main">
          <a:graphicData uri="http://schemas.openxmlformats.org/drawingml/2006/table">
            <a:tbl>
              <a:tblPr firstRow="1" bandRow="0"/>
              <a:tblGrid>
                <a:gridCol w="3524250"/>
                <a:gridCol w="1381125"/>
              </a:tblGrid>
              <a:tr h="595993">
                <a:tc>
                  <a:txBody>
                    <a:bodyPr lIns="123825" tIns="104775" rIns="123825" bIns="104775"/>
                    <a:lstStyle/>
                    <a:p>
                      <a:pPr algn="l"/>
                      <a:r>
                        <a:rPr sz="1800" b="1">
                          <a:solidFill>
                            <a:srgbClr val="F8FAF8"/>
                          </a:solidFill>
                          <a:latin typeface="DejaVu Sans"/>
                          <a:ea typeface="DejaVu Sans"/>
                          <a:cs typeface="DejaVu Sans"/>
                        </a:rPr>
                        <a:t>OSM-derived record</a:t>
                      </a:r>
                    </a:p>
                  </a:txBody>
                  <a:tcPr marL="91440" marR="91440" marT="45720" marB="45720" anchor="ctr">
                    <a:lnL w="6668">
                      <a:solidFill>
                        <a:srgbClr val="34515D"/>
                      </a:solidFill>
                      <a:prstDash val="solid"/>
                    </a:lnL>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c>
                  <a:txBody>
                    <a:bodyPr lIns="123825" tIns="104775" rIns="123825" bIns="104775"/>
                    <a:lstStyle/>
                    <a:p>
                      <a:pPr algn="l"/>
                      <a:r>
                        <a:rPr sz="1800" b="1">
                          <a:solidFill>
                            <a:srgbClr val="F8FAF8"/>
                          </a:solidFill>
                          <a:latin typeface="DejaVu Sans"/>
                          <a:ea typeface="DejaVu Sans"/>
                          <a:cs typeface="DejaVu Sans"/>
                        </a:rPr>
                        <a:t>Count</a:t>
                      </a:r>
                    </a:p>
                  </a:txBody>
                  <a:tcPr marL="91440" marR="91440" marT="45720" marB="45720" anchor="ctr">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r>
              <a:tr h="595993">
                <a:tc>
                  <a:txBody>
                    <a:bodyPr lIns="123825" tIns="104775" rIns="123825" bIns="104775"/>
                    <a:lstStyle/>
                    <a:p>
                      <a:pPr algn="l"/>
                      <a:r>
                        <a:rPr sz="1800" b="0">
                          <a:solidFill>
                            <a:srgbClr val="F8FAF8"/>
                          </a:solidFill>
                          <a:latin typeface="DejaVu Sans"/>
                          <a:ea typeface="DejaVu Sans"/>
                          <a:cs typeface="DejaVu Sans"/>
                        </a:rPr>
                        <a:t>Buildings / destinations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800" b="0">
                          <a:solidFill>
                            <a:srgbClr val="F8FAF8"/>
                          </a:solidFill>
                          <a:latin typeface="DejaVu Sans"/>
                          <a:ea typeface="DejaVu Sans"/>
                          <a:cs typeface="DejaVu Sans"/>
                        </a:rPr>
                        <a:t>51 / 55</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r h="595993">
                <a:tc>
                  <a:txBody>
                    <a:bodyPr lIns="123825" tIns="104775" rIns="123825" bIns="104775"/>
                    <a:lstStyle/>
                    <a:p>
                      <a:pPr algn="l"/>
                      <a:r>
                        <a:rPr sz="1800" b="0">
                          <a:solidFill>
                            <a:srgbClr val="F8FAF8"/>
                          </a:solidFill>
                          <a:latin typeface="DejaVu Sans"/>
                          <a:ea typeface="DejaVu Sans"/>
                          <a:cs typeface="DejaVu Sans"/>
                        </a:rPr>
                        <a:t>Graph nodes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800" b="0">
                          <a:solidFill>
                            <a:srgbClr val="F8FAF8"/>
                          </a:solidFill>
                          <a:latin typeface="DejaVu Sans"/>
                          <a:ea typeface="DejaVu Sans"/>
                          <a:cs typeface="DejaVu Sans"/>
                        </a:rPr>
                        <a:t>295</a:t>
                      </a:r>
                    </a:p>
                  </a:txBody>
                  <a:tcPr marL="91440" marR="91440" marT="45720" marB="45720" anchor="ctr">
                    <a:lnR w="6668">
                      <a:solidFill>
                        <a:srgbClr val="34515D"/>
                      </a:solidFill>
                      <a:prstDash val="solid"/>
                    </a:lnR>
                    <a:lnB w="6668">
                      <a:solidFill>
                        <a:srgbClr val="34515D"/>
                      </a:solidFill>
                      <a:prstDash val="solid"/>
                    </a:lnB>
                    <a:solidFill>
                      <a:srgbClr val="173949"/>
                    </a:solidFill>
                  </a:tcPr>
                </a:tc>
              </a:tr>
              <a:tr h="595993">
                <a:tc>
                  <a:txBody>
                    <a:bodyPr lIns="123825" tIns="104775" rIns="123825" bIns="104775"/>
                    <a:lstStyle/>
                    <a:p>
                      <a:pPr algn="l"/>
                      <a:r>
                        <a:rPr sz="1800" b="0">
                          <a:solidFill>
                            <a:srgbClr val="F8FAF8"/>
                          </a:solidFill>
                          <a:latin typeface="DejaVu Sans"/>
                          <a:ea typeface="DejaVu Sans"/>
                          <a:cs typeface="DejaVu Sans"/>
                        </a:rPr>
                        <a:t>Directed edges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800" b="0">
                          <a:solidFill>
                            <a:srgbClr val="F8FAF8"/>
                          </a:solidFill>
                          <a:latin typeface="DejaVu Sans"/>
                          <a:ea typeface="DejaVu Sans"/>
                          <a:cs typeface="DejaVu Sans"/>
                        </a:rPr>
                        <a:t>700</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r h="595993">
                <a:tc>
                  <a:txBody>
                    <a:bodyPr lIns="123825" tIns="104775" rIns="123825" bIns="104775"/>
                    <a:lstStyle/>
                    <a:p>
                      <a:pPr algn="l"/>
                      <a:r>
                        <a:rPr sz="1800" b="0">
                          <a:solidFill>
                            <a:srgbClr val="F8FAF8"/>
                          </a:solidFill>
                          <a:latin typeface="DejaVu Sans"/>
                          <a:ea typeface="DejaVu Sans"/>
                          <a:cs typeface="DejaVu Sans"/>
                        </a:rPr>
                        <a:t>Entrance anchors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800" b="0">
                          <a:solidFill>
                            <a:srgbClr val="F8FAF8"/>
                          </a:solidFill>
                          <a:latin typeface="DejaVu Sans"/>
                          <a:ea typeface="DejaVu Sans"/>
                          <a:cs typeface="DejaVu Sans"/>
                        </a:rPr>
                        <a:t>22</a:t>
                      </a:r>
                    </a:p>
                  </a:txBody>
                  <a:tcPr marL="91440" marR="91440" marT="45720" marB="45720" anchor="ctr">
                    <a:lnR w="6668">
                      <a:solidFill>
                        <a:srgbClr val="34515D"/>
                      </a:solidFill>
                      <a:prstDash val="solid"/>
                    </a:lnR>
                    <a:lnB w="6668">
                      <a:solidFill>
                        <a:srgbClr val="34515D"/>
                      </a:solidFill>
                      <a:prstDash val="solid"/>
                    </a:lnB>
                    <a:solidFill>
                      <a:srgbClr val="173949"/>
                    </a:solidFill>
                  </a:tcPr>
                </a:tc>
              </a:tr>
              <a:tr h="595993">
                <a:tc>
                  <a:txBody>
                    <a:bodyPr lIns="123825" tIns="104775" rIns="123825" bIns="104775"/>
                    <a:lstStyle/>
                    <a:p>
                      <a:pPr algn="l"/>
                      <a:r>
                        <a:rPr sz="1800" b="0">
                          <a:solidFill>
                            <a:srgbClr val="F8FAF8"/>
                          </a:solidFill>
                          <a:latin typeface="DejaVu Sans"/>
                          <a:ea typeface="DejaVu Sans"/>
                          <a:cs typeface="DejaVu Sans"/>
                        </a:rPr>
                        <a:t>Weak components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800" b="0">
                          <a:solidFill>
                            <a:srgbClr val="F8FAF8"/>
                          </a:solidFill>
                          <a:latin typeface="DejaVu Sans"/>
                          <a:ea typeface="DejaVu Sans"/>
                          <a:cs typeface="DejaVu Sans"/>
                        </a:rPr>
                        <a:t>29</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r h="595993">
                <a:tc>
                  <a:txBody>
                    <a:bodyPr lIns="123825" tIns="104775" rIns="123825" bIns="104775"/>
                    <a:lstStyle/>
                    <a:p>
                      <a:pPr algn="l"/>
                      <a:r>
                        <a:rPr sz="1800" b="0">
                          <a:solidFill>
                            <a:srgbClr val="F8FAF8"/>
                          </a:solidFill>
                          <a:latin typeface="DejaVu Sans"/>
                          <a:ea typeface="DejaVu Sans"/>
                          <a:cs typeface="DejaVu Sans"/>
                        </a:rPr>
                        <a:t>Unanchored destinations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800" b="0">
                          <a:solidFill>
                            <a:srgbClr val="F8FAF8"/>
                          </a:solidFill>
                          <a:latin typeface="DejaVu Sans"/>
                          <a:ea typeface="DejaVu Sans"/>
                          <a:cs typeface="DejaVu Sans"/>
                        </a:rPr>
                        <a:t>33</a:t>
                      </a:r>
                    </a:p>
                  </a:txBody>
                  <a:tcPr marL="91440" marR="91440" marT="45720" marB="45720" anchor="ctr">
                    <a:lnR w="6668">
                      <a:solidFill>
                        <a:srgbClr val="34515D"/>
                      </a:solidFill>
                      <a:prstDash val="solid"/>
                    </a:lnR>
                    <a:lnB w="6668">
                      <a:solidFill>
                        <a:srgbClr val="34515D"/>
                      </a:solidFill>
                      <a:prstDash val="solid"/>
                    </a:lnB>
                    <a:solidFill>
                      <a:srgbClr val="173949"/>
                    </a:solidFill>
                  </a:tcPr>
                </a:tc>
              </a:tr>
            </a:tbl>
          </a:graphicData>
        </a:graphic>
      </p:graphicFrame>
      <p:pic>
        <p:nvPicPr>
          <p:cNvPr id="4" name="">
            <a:extLst xmlns:a="http://schemas.openxmlformats.org/drawingml/2006/main">
              <a:ext uri="{FF2B5EF4-FFF2-40B4-BE49-F238E27FC236}">
                <a16:creationId xmlns:a16="http://schemas.microsoft.com/office/drawing/2014/main" id="{FD16D67D-F80F-411D-87D4-0FD81BB4DCB4}"/>
              </a:ext>
            </a:extLst>
          </p:cNvPr>
          <p:cNvPicPr>
            <a:picLocks xmlns:a="http://schemas.openxmlformats.org/drawingml/2006/main" noChangeAspect="1"/>
          </p:cNvPicPr>
          <p:nvPr/>
        </p:nvPicPr>
        <p:blipFill>
          <a:blip xmlns:r="http://schemas.openxmlformats.org/officeDocument/2006/relationships" xmlns:a="http://schemas.openxmlformats.org/drawingml/2006/main" r:embed="R8ac70004e3c04e51"/>
          <a:stretch xmlns:a="http://schemas.openxmlformats.org/drawingml/2006/main"/>
        </p:blipFill>
        <p:spPr>
          <a:xfrm xmlns:a="http://schemas.openxmlformats.org/drawingml/2006/main">
            <a:off x="6115050" y="1566370"/>
            <a:ext cx="6858000" cy="3744310"/>
          </a:xfrm>
          <a:prstGeom xmlns:a="http://schemas.openxmlformats.org/drawingml/2006/main" prst="rect">
            <a:avLst/>
          </a:prstGeom>
        </p:spPr>
      </p:pic>
      <p:sp>
        <p:nvSpPr>
          <p:cNvPr id="5" name="text-2">
            <a:extLst xmlns:a="http://schemas.openxmlformats.org/drawingml/2006/main">
              <a:ext uri="{FF2B5EF4-FFF2-40B4-BE49-F238E27FC236}">
                <a16:creationId xmlns:a16="http://schemas.microsoft.com/office/drawing/2014/main" id="{362E4E67-AB7C-4464-821B-8DB0CBCEE624}"/>
              </a:ext>
            </a:extLst>
          </p:cNvPr>
          <p:cNvSpPr>
            <a:spLocks xmlns:a="http://schemas.openxmlformats.org/drawingml/2006/main" noGrp="1"/>
          </p:cNvSpPr>
          <p:nvPr/>
        </p:nvSpPr>
        <p:spPr>
          <a:xfrm xmlns:a="http://schemas.openxmlformats.org/drawingml/2006/main">
            <a:off x="6124575" y="5543550"/>
            <a:ext cx="685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8FAF8"/>
                </a:solidFill>
                <a:latin typeface="DejaVu Sans"/>
                <a:ea typeface="DejaVu Sans"/>
                <a:cs typeface="DejaVu Sans"/>
              </a:defRPr>
            </a:defPPr>
            <a:lvl1pPr algn="l">
              <a:defRPr sz="1800" b="0">
                <a:solidFill>
                  <a:srgbClr val="F8FAF8"/>
                </a:solidFill>
                <a:latin typeface="DejaVu Sans"/>
                <a:ea typeface="DejaVu Sans"/>
                <a:cs typeface="DejaVu Sans"/>
              </a:defRPr>
            </a:lvl1pPr>
            <a:lvl2pPr algn="l">
              <a:defRPr sz="1800" b="0">
                <a:solidFill>
                  <a:srgbClr val="F8FAF8"/>
                </a:solidFill>
                <a:latin typeface="DejaVu Sans"/>
                <a:ea typeface="DejaVu Sans"/>
                <a:cs typeface="DejaVu Sans"/>
              </a:defRPr>
            </a:lvl2pPr>
            <a:lvl3pPr algn="l">
              <a:defRPr sz="1800" b="0">
                <a:solidFill>
                  <a:srgbClr val="F8FAF8"/>
                </a:solidFill>
                <a:latin typeface="DejaVu Sans"/>
                <a:ea typeface="DejaVu Sans"/>
                <a:cs typeface="DejaVu Sans"/>
              </a:defRPr>
            </a:lvl3pPr>
            <a:lvl4pPr algn="l">
              <a:defRPr sz="1800" b="0">
                <a:solidFill>
                  <a:srgbClr val="F8FAF8"/>
                </a:solidFill>
                <a:latin typeface="DejaVu Sans"/>
                <a:ea typeface="DejaVu Sans"/>
                <a:cs typeface="DejaVu Sans"/>
              </a:defRPr>
            </a:lvl4pPr>
            <a:lvl5pPr algn="l">
              <a:defRPr sz="1800" b="0">
                <a:solidFill>
                  <a:srgbClr val="F8FAF8"/>
                </a:solidFill>
                <a:latin typeface="DejaVu Sans"/>
                <a:ea typeface="DejaVu Sans"/>
                <a:cs typeface="DejaVu Sans"/>
              </a:defRPr>
            </a:lvl5pPr>
            <a:lvl6pPr algn="l">
              <a:defRPr sz="1800" b="0">
                <a:solidFill>
                  <a:srgbClr val="F8FAF8"/>
                </a:solidFill>
                <a:latin typeface="DejaVu Sans"/>
                <a:ea typeface="DejaVu Sans"/>
                <a:cs typeface="DejaVu Sans"/>
              </a:defRPr>
            </a:lvl6pPr>
            <a:lvl7pPr algn="l">
              <a:defRPr sz="1800" b="0">
                <a:solidFill>
                  <a:srgbClr val="F8FAF8"/>
                </a:solidFill>
                <a:latin typeface="DejaVu Sans"/>
                <a:ea typeface="DejaVu Sans"/>
                <a:cs typeface="DejaVu Sans"/>
              </a:defRPr>
            </a:lvl7pPr>
            <a:lvl8pPr algn="l">
              <a:defRPr sz="1800" b="0">
                <a:solidFill>
                  <a:srgbClr val="F8FAF8"/>
                </a:solidFill>
                <a:latin typeface="DejaVu Sans"/>
                <a:ea typeface="DejaVu Sans"/>
                <a:cs typeface="DejaVu Sans"/>
              </a:defRPr>
            </a:lvl8pPr>
            <a:lvl9pPr algn="l">
              <a:defRPr sz="1800" b="0">
                <a:solidFill>
                  <a:srgbClr val="F8FAF8"/>
                </a:solidFill>
                <a:latin typeface="DejaVu Sans"/>
                <a:ea typeface="DejaVu Sans"/>
                <a:cs typeface="DejaVu Sans"/>
              </a:defRPr>
            </a:lvl9pPr>
          </a:lstStyle>
          <a:p xmlns:a="http://schemas.openxmlformats.org/drawingml/2006/main">
            <a:pPr algn="l">
              <a:defRPr sz="1800" b="0">
                <a:solidFill>
                  <a:srgbClr val="F8FAF8"/>
                </a:solidFill>
                <a:latin typeface="DejaVu Sans"/>
                <a:ea typeface="DejaVu Sans"/>
                <a:cs typeface="DejaVu Sans"/>
              </a:defRPr>
            </a:pPr>
            <a:r>
              <a:rPr sz="1800" b="0">
                <a:solidFill>
                  <a:srgbClr val="F8FAF8"/>
                </a:solidFill>
                <a:latin typeface="DejaVu Sans"/>
                <a:ea typeface="DejaVu Sans"/>
                <a:cs typeface="DejaVu Sans"/>
              </a:rPr>
              <a:t>Directory search and place actions feed the planner.</a:t>
            </a:r>
          </a:p>
          <a:p xmlns:a="http://schemas.openxmlformats.org/drawingml/2006/main">
            <a:pPr algn="l">
              <a:defRPr sz="1800" b="0">
                <a:solidFill>
                  <a:srgbClr val="F8FAF8"/>
                </a:solidFill>
                <a:latin typeface="DejaVu Sans"/>
                <a:ea typeface="DejaVu Sans"/>
                <a:cs typeface="DejaVu Sans"/>
              </a:defRPr>
            </a:pPr>
            <a:r>
              <a:rPr sz="1800" b="0">
                <a:solidFill>
                  <a:srgbClr val="F8FAF8"/>
                </a:solidFill>
                <a:latin typeface="DejaVu Sans"/>
                <a:ea typeface="DejaVu Sans"/>
                <a:cs typeface="DejaVu Sans"/>
              </a:rPr>
              <a:t>Maps and text directions use the same computed path.</a:t>
            </a:r>
          </a:p>
        </p:txBody>
      </p:sp>
      <p:sp>
        <p:nvSpPr>
          <p:cNvPr id="6" name="text-3">
            <a:extLst xmlns:a="http://schemas.openxmlformats.org/drawingml/2006/main">
              <a:ext uri="{FF2B5EF4-FFF2-40B4-BE49-F238E27FC236}">
                <a16:creationId xmlns:a16="http://schemas.microsoft.com/office/drawing/2014/main" id="{DA62FA99-5992-4BCE-8E9A-01C96788D4A3}"/>
              </a:ext>
            </a:extLst>
          </p:cNvPr>
          <p:cNvSpPr>
            <a:spLocks xmlns:a="http://schemas.openxmlformats.org/drawingml/2006/main" noGrp="1"/>
          </p:cNvSpPr>
          <p:nvPr/>
        </p:nvSpPr>
        <p:spPr>
          <a:xfrm xmlns:a="http://schemas.openxmlformats.org/drawingml/2006/main">
            <a:off x="714375" y="6705600"/>
            <a:ext cx="12192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8BD2D4"/>
                </a:solidFill>
                <a:latin typeface="DejaVu Sans"/>
                <a:ea typeface="DejaVu Sans"/>
                <a:cs typeface="DejaVu Sans"/>
              </a:defRPr>
            </a:defPPr>
            <a:lvl1pPr algn="l">
              <a:defRPr sz="1500" b="0">
                <a:solidFill>
                  <a:srgbClr val="8BD2D4"/>
                </a:solidFill>
                <a:latin typeface="DejaVu Sans"/>
                <a:ea typeface="DejaVu Sans"/>
                <a:cs typeface="DejaVu Sans"/>
              </a:defRPr>
            </a:lvl1pPr>
            <a:lvl2pPr algn="l">
              <a:defRPr sz="1500" b="0">
                <a:solidFill>
                  <a:srgbClr val="8BD2D4"/>
                </a:solidFill>
                <a:latin typeface="DejaVu Sans"/>
                <a:ea typeface="DejaVu Sans"/>
                <a:cs typeface="DejaVu Sans"/>
              </a:defRPr>
            </a:lvl2pPr>
            <a:lvl3pPr algn="l">
              <a:defRPr sz="1500" b="0">
                <a:solidFill>
                  <a:srgbClr val="8BD2D4"/>
                </a:solidFill>
                <a:latin typeface="DejaVu Sans"/>
                <a:ea typeface="DejaVu Sans"/>
                <a:cs typeface="DejaVu Sans"/>
              </a:defRPr>
            </a:lvl3pPr>
            <a:lvl4pPr algn="l">
              <a:defRPr sz="1500" b="0">
                <a:solidFill>
                  <a:srgbClr val="8BD2D4"/>
                </a:solidFill>
                <a:latin typeface="DejaVu Sans"/>
                <a:ea typeface="DejaVu Sans"/>
                <a:cs typeface="DejaVu Sans"/>
              </a:defRPr>
            </a:lvl4pPr>
            <a:lvl5pPr algn="l">
              <a:defRPr sz="1500" b="0">
                <a:solidFill>
                  <a:srgbClr val="8BD2D4"/>
                </a:solidFill>
                <a:latin typeface="DejaVu Sans"/>
                <a:ea typeface="DejaVu Sans"/>
                <a:cs typeface="DejaVu Sans"/>
              </a:defRPr>
            </a:lvl5pPr>
            <a:lvl6pPr algn="l">
              <a:defRPr sz="1500" b="0">
                <a:solidFill>
                  <a:srgbClr val="8BD2D4"/>
                </a:solidFill>
                <a:latin typeface="DejaVu Sans"/>
                <a:ea typeface="DejaVu Sans"/>
                <a:cs typeface="DejaVu Sans"/>
              </a:defRPr>
            </a:lvl6pPr>
            <a:lvl7pPr algn="l">
              <a:defRPr sz="1500" b="0">
                <a:solidFill>
                  <a:srgbClr val="8BD2D4"/>
                </a:solidFill>
                <a:latin typeface="DejaVu Sans"/>
                <a:ea typeface="DejaVu Sans"/>
                <a:cs typeface="DejaVu Sans"/>
              </a:defRPr>
            </a:lvl7pPr>
            <a:lvl8pPr algn="l">
              <a:defRPr sz="1500" b="0">
                <a:solidFill>
                  <a:srgbClr val="8BD2D4"/>
                </a:solidFill>
                <a:latin typeface="DejaVu Sans"/>
                <a:ea typeface="DejaVu Sans"/>
                <a:cs typeface="DejaVu Sans"/>
              </a:defRPr>
            </a:lvl8pPr>
            <a:lvl9pPr algn="l">
              <a:defRPr sz="1500" b="0">
                <a:solidFill>
                  <a:srgbClr val="8BD2D4"/>
                </a:solidFill>
                <a:latin typeface="DejaVu Sans"/>
                <a:ea typeface="DejaVu Sans"/>
                <a:cs typeface="DejaVu Sans"/>
              </a:defRPr>
            </a:lvl9pPr>
          </a:lstStyle>
          <a:p xmlns:a="http://schemas.openxmlformats.org/drawingml/2006/main">
            <a:pPr algn="l">
              <a:defRPr sz="1500" b="0">
                <a:solidFill>
                  <a:srgbClr val="8BD2D4"/>
                </a:solidFill>
                <a:latin typeface="DejaVu Sans"/>
                <a:ea typeface="DejaVu Sans"/>
                <a:cs typeface="DejaVu Sans"/>
              </a:defRPr>
            </a:pPr>
            <a:r>
              <a:rPr sz="1500" b="0">
                <a:solidFill>
                  <a:srgbClr val="8BD2D4"/>
                </a:solidFill>
                <a:latin typeface="DejaVu Sans"/>
                <a:ea typeface="DejaVu Sans"/>
                <a:cs typeface="DejaVu Sans"/>
              </a:rPr>
              <a:t>Data limits: 33 destinations have no eligible anchor. Library and cross-campus gaps remain.</a:t>
            </a:r>
          </a:p>
          <a:p xmlns:a="http://schemas.openxmlformats.org/drawingml/2006/main">
            <a:pPr algn="l">
              <a:defRPr sz="1500" b="0">
                <a:solidFill>
                  <a:srgbClr val="8BD2D4"/>
                </a:solidFill>
                <a:latin typeface="DejaVu Sans"/>
                <a:ea typeface="DejaVu Sans"/>
                <a:cs typeface="DejaVu Sans"/>
              </a:defRPr>
            </a:pPr>
            <a:r>
              <a:rPr sz="1500" b="0">
                <a:solidFill>
                  <a:srgbClr val="8BD2D4"/>
                </a:solidFill>
                <a:latin typeface="DejaVu Sans"/>
                <a:ea typeface="DejaVu Sans"/>
                <a:cs typeface="DejaVu Sans"/>
              </a:rPr>
              <a:t>Source attribution: © OpenStreetMap contributors. UI image uses simulated repository metadata.</a:t>
            </a:r>
          </a:p>
        </p:txBody>
      </p:sp>
    </p:spTree>
    <p:extLst>
      <p:ext uri="{BB962C8B-B14F-4D97-AF65-F5344CB8AC3E}">
        <p14:creationId xmlns:p14="http://schemas.microsoft.com/office/powerpoint/2010/main" val="89745786"/>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724606F-48C5-409A-B387-B7860803998E}"/>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Indoor model: explicit topology across two floors</a:t>
            </a:r>
          </a:p>
        </p:txBody>
      </p:sp>
      <p:sp>
        <p:nvSpPr>
          <p:cNvPr id="2" name="text-1">
            <a:extLst xmlns:a="http://schemas.openxmlformats.org/drawingml/2006/main">
              <a:ext uri="{FF2B5EF4-FFF2-40B4-BE49-F238E27FC236}">
                <a16:creationId xmlns:a16="http://schemas.microsoft.com/office/drawing/2014/main" id="{3C090AD3-D726-4A41-9E78-6D8AC9DCAEA5}"/>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11</a:t>
            </a:r>
          </a:p>
        </p:txBody>
      </p:sp>
      <p:pic>
        <p:nvPicPr>
          <p:cNvPr id="3" name="">
            <a:extLst xmlns:a="http://schemas.openxmlformats.org/drawingml/2006/main">
              <a:ext uri="{FF2B5EF4-FFF2-40B4-BE49-F238E27FC236}">
                <a16:creationId xmlns:a16="http://schemas.microsoft.com/office/drawing/2014/main" id="{EE333052-7AC3-4D4B-805B-D27D67FC73DF}"/>
              </a:ext>
            </a:extLst>
          </p:cNvPr>
          <p:cNvPicPr>
            <a:picLocks xmlns:a="http://schemas.openxmlformats.org/drawingml/2006/main" noChangeAspect="1"/>
          </p:cNvPicPr>
          <p:nvPr/>
        </p:nvPicPr>
        <p:blipFill>
          <a:blip xmlns:r="http://schemas.openxmlformats.org/officeDocument/2006/relationships" xmlns:a="http://schemas.openxmlformats.org/drawingml/2006/main" r:embed="R3e6266e1cc5a4ca0"/>
          <a:stretch xmlns:a="http://schemas.openxmlformats.org/drawingml/2006/main"/>
        </p:blipFill>
        <p:spPr>
          <a:xfrm xmlns:a="http://schemas.openxmlformats.org/drawingml/2006/main">
            <a:off x="1035044" y="1495425"/>
            <a:ext cx="6149986" cy="4667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10EB7658-C757-4424-A037-262DB13E0E7C}"/>
              </a:ext>
            </a:extLst>
          </p:cNvPr>
          <p:cNvSpPr>
            <a:spLocks xmlns:a="http://schemas.openxmlformats.org/drawingml/2006/main" noGrp="1"/>
          </p:cNvSpPr>
          <p:nvPr/>
        </p:nvSpPr>
        <p:spPr>
          <a:xfrm xmlns:a="http://schemas.openxmlformats.org/drawingml/2006/main">
            <a:off x="8029575" y="15430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Model and graph counts</a:t>
            </a:r>
          </a:p>
        </p:txBody>
      </p:sp>
      <p:sp>
        <p:nvSpPr>
          <p:cNvPr id="5" name="text-3">
            <a:extLst xmlns:a="http://schemas.openxmlformats.org/drawingml/2006/main">
              <a:ext uri="{FF2B5EF4-FFF2-40B4-BE49-F238E27FC236}">
                <a16:creationId xmlns:a16="http://schemas.microsoft.com/office/drawing/2014/main" id="{4376A50A-8726-45DA-A44B-7326EF98941E}"/>
              </a:ext>
            </a:extLst>
          </p:cNvPr>
          <p:cNvSpPr>
            <a:spLocks xmlns:a="http://schemas.openxmlformats.org/drawingml/2006/main" noGrp="1"/>
          </p:cNvSpPr>
          <p:nvPr/>
        </p:nvSpPr>
        <p:spPr>
          <a:xfrm xmlns:a="http://schemas.openxmlformats.org/drawingml/2006/main">
            <a:off x="8048625" y="2095500"/>
            <a:ext cx="4953000" cy="1343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33B45"/>
                </a:solidFill>
                <a:latin typeface="DejaVu Sans"/>
                <a:ea typeface="DejaVu Sans"/>
                <a:cs typeface="DejaVu Sans"/>
              </a:defRPr>
            </a:defPPr>
            <a:lvl1pPr algn="l">
              <a:defRPr sz="2100" b="0">
                <a:solidFill>
                  <a:srgbClr val="233B45"/>
                </a:solidFill>
                <a:latin typeface="DejaVu Sans"/>
                <a:ea typeface="DejaVu Sans"/>
                <a:cs typeface="DejaVu Sans"/>
              </a:defRPr>
            </a:lvl1pPr>
            <a:lvl2pPr algn="l">
              <a:defRPr sz="2100" b="0">
                <a:solidFill>
                  <a:srgbClr val="233B45"/>
                </a:solidFill>
                <a:latin typeface="DejaVu Sans"/>
                <a:ea typeface="DejaVu Sans"/>
                <a:cs typeface="DejaVu Sans"/>
              </a:defRPr>
            </a:lvl2pPr>
            <a:lvl3pPr algn="l">
              <a:defRPr sz="2100" b="0">
                <a:solidFill>
                  <a:srgbClr val="233B45"/>
                </a:solidFill>
                <a:latin typeface="DejaVu Sans"/>
                <a:ea typeface="DejaVu Sans"/>
                <a:cs typeface="DejaVu Sans"/>
              </a:defRPr>
            </a:lvl3pPr>
            <a:lvl4pPr algn="l">
              <a:defRPr sz="2100" b="0">
                <a:solidFill>
                  <a:srgbClr val="233B45"/>
                </a:solidFill>
                <a:latin typeface="DejaVu Sans"/>
                <a:ea typeface="DejaVu Sans"/>
                <a:cs typeface="DejaVu Sans"/>
              </a:defRPr>
            </a:lvl4pPr>
            <a:lvl5pPr algn="l">
              <a:defRPr sz="2100" b="0">
                <a:solidFill>
                  <a:srgbClr val="233B45"/>
                </a:solidFill>
                <a:latin typeface="DejaVu Sans"/>
                <a:ea typeface="DejaVu Sans"/>
                <a:cs typeface="DejaVu Sans"/>
              </a:defRPr>
            </a:lvl5pPr>
            <a:lvl6pPr algn="l">
              <a:defRPr sz="2100" b="0">
                <a:solidFill>
                  <a:srgbClr val="233B45"/>
                </a:solidFill>
                <a:latin typeface="DejaVu Sans"/>
                <a:ea typeface="DejaVu Sans"/>
                <a:cs typeface="DejaVu Sans"/>
              </a:defRPr>
            </a:lvl6pPr>
            <a:lvl7pPr algn="l">
              <a:defRPr sz="2100" b="0">
                <a:solidFill>
                  <a:srgbClr val="233B45"/>
                </a:solidFill>
                <a:latin typeface="DejaVu Sans"/>
                <a:ea typeface="DejaVu Sans"/>
                <a:cs typeface="DejaVu Sans"/>
              </a:defRPr>
            </a:lvl7pPr>
            <a:lvl8pPr algn="l">
              <a:defRPr sz="2100" b="0">
                <a:solidFill>
                  <a:srgbClr val="233B45"/>
                </a:solidFill>
                <a:latin typeface="DejaVu Sans"/>
                <a:ea typeface="DejaVu Sans"/>
                <a:cs typeface="DejaVu Sans"/>
              </a:defRPr>
            </a:lvl8pPr>
            <a:lvl9pPr algn="l">
              <a:defRPr sz="2100" b="0">
                <a:solidFill>
                  <a:srgbClr val="233B45"/>
                </a:solidFill>
                <a:latin typeface="DejaVu Sans"/>
                <a:ea typeface="DejaVu Sans"/>
                <a:cs typeface="DejaVu Sans"/>
              </a:defRPr>
            </a:lvl9pPr>
          </a:lstStyle>
          <a:p xmlns:a="http://schemas.openxmlformats.org/drawingml/2006/main">
            <a:pPr algn="l">
              <a:defRPr sz="2100" b="0">
                <a:solidFill>
                  <a:srgbClr val="233B45"/>
                </a:solidFill>
                <a:latin typeface="DejaVu Sans"/>
                <a:ea typeface="DejaVu Sans"/>
                <a:cs typeface="DejaVu Sans"/>
              </a:defRPr>
            </a:pPr>
            <a:r>
              <a:rPr sz="2100" b="0">
                <a:solidFill>
                  <a:srgbClr val="233B45"/>
                </a:solidFill>
                <a:latin typeface="DejaVu Sans"/>
                <a:ea typeface="DejaVu Sans"/>
                <a:cs typeface="DejaVu Sans"/>
              </a:rPr>
              <a:t>2 floors, 7 rooms, 15 nodes</a:t>
            </a:r>
          </a:p>
          <a:p xmlns:a="http://schemas.openxmlformats.org/drawingml/2006/main">
            <a:pPr algn="l">
              <a:defRPr sz="2100" b="0">
                <a:solidFill>
                  <a:srgbClr val="233B45"/>
                </a:solidFill>
                <a:latin typeface="DejaVu Sans"/>
                <a:ea typeface="DejaVu Sans"/>
                <a:cs typeface="DejaVu Sans"/>
              </a:defRPr>
            </a:pPr>
            <a:r>
              <a:rPr sz="2100" b="0">
                <a:solidFill>
                  <a:srgbClr val="233B45"/>
                </a:solidFill>
                <a:latin typeface="DejaVu Sans"/>
                <a:ea typeface="DejaVu Sans"/>
                <a:cs typeface="DejaVu Sans"/>
              </a:rPr>
              <a:t>13 paired links = 26 directed arcs</a:t>
            </a:r>
          </a:p>
          <a:p xmlns:a="http://schemas.openxmlformats.org/drawingml/2006/main">
            <a:pPr algn="l">
              <a:defRPr sz="2100" b="0">
                <a:solidFill>
                  <a:srgbClr val="233B45"/>
                </a:solidFill>
                <a:latin typeface="DejaVu Sans"/>
                <a:ea typeface="DejaVu Sans"/>
                <a:cs typeface="DejaVu Sans"/>
              </a:defRPr>
            </a:pPr>
            <a:r>
              <a:rPr sz="2100" b="0">
                <a:solidFill>
                  <a:srgbClr val="233B45"/>
                </a:solidFill>
                <a:latin typeface="DejaVu Sans"/>
                <a:ea typeface="DejaVu Sans"/>
                <a:cs typeface="DejaVu Sans"/>
              </a:rPr>
              <a:t>One intentionally isolated room</a:t>
            </a:r>
          </a:p>
        </p:txBody>
      </p:sp>
      <p:sp>
        <p:nvSpPr>
          <p:cNvPr id="6" name="text-4">
            <a:extLst xmlns:a="http://schemas.openxmlformats.org/drawingml/2006/main">
              <a:ext uri="{FF2B5EF4-FFF2-40B4-BE49-F238E27FC236}">
                <a16:creationId xmlns:a16="http://schemas.microsoft.com/office/drawing/2014/main" id="{2C0E22EC-8327-4731-979D-B6D6DCFFC6D6}"/>
              </a:ext>
            </a:extLst>
          </p:cNvPr>
          <p:cNvSpPr>
            <a:spLocks xmlns:a="http://schemas.openxmlformats.org/drawingml/2006/main" noGrp="1"/>
          </p:cNvSpPr>
          <p:nvPr/>
        </p:nvSpPr>
        <p:spPr>
          <a:xfrm xmlns:a="http://schemas.openxmlformats.org/drawingml/2006/main">
            <a:off x="8029575" y="37909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Explicit floor transition</a:t>
            </a:r>
          </a:p>
        </p:txBody>
      </p:sp>
      <p:sp>
        <p:nvSpPr>
          <p:cNvPr id="7" name="text-5">
            <a:extLst xmlns:a="http://schemas.openxmlformats.org/drawingml/2006/main">
              <a:ext uri="{FF2B5EF4-FFF2-40B4-BE49-F238E27FC236}">
                <a16:creationId xmlns:a16="http://schemas.microsoft.com/office/drawing/2014/main" id="{04040F7D-C53B-405E-A2E7-F1A19F7F82B9}"/>
              </a:ext>
            </a:extLst>
          </p:cNvPr>
          <p:cNvSpPr>
            <a:spLocks xmlns:a="http://schemas.openxmlformats.org/drawingml/2006/main" noGrp="1"/>
          </p:cNvSpPr>
          <p:nvPr/>
        </p:nvSpPr>
        <p:spPr>
          <a:xfrm xmlns:a="http://schemas.openxmlformats.org/drawingml/2006/main">
            <a:off x="8048625" y="430530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22D3B"/>
                </a:solidFill>
                <a:latin typeface="DejaVu Sans Mono"/>
                <a:ea typeface="DejaVu Sans Mono"/>
                <a:cs typeface="DejaVu Sans Mono"/>
              </a:defRPr>
            </a:defPPr>
            <a:lvl1pPr algn="l">
              <a:defRPr sz="1725" b="0">
                <a:solidFill>
                  <a:srgbClr val="122D3B"/>
                </a:solidFill>
                <a:latin typeface="DejaVu Sans Mono"/>
                <a:ea typeface="DejaVu Sans Mono"/>
                <a:cs typeface="DejaVu Sans Mono"/>
              </a:defRPr>
            </a:lvl1pPr>
            <a:lvl2pPr algn="l">
              <a:defRPr sz="1725" b="0">
                <a:solidFill>
                  <a:srgbClr val="122D3B"/>
                </a:solidFill>
                <a:latin typeface="DejaVu Sans Mono"/>
                <a:ea typeface="DejaVu Sans Mono"/>
                <a:cs typeface="DejaVu Sans Mono"/>
              </a:defRPr>
            </a:lvl2pPr>
            <a:lvl3pPr algn="l">
              <a:defRPr sz="1725" b="0">
                <a:solidFill>
                  <a:srgbClr val="122D3B"/>
                </a:solidFill>
                <a:latin typeface="DejaVu Sans Mono"/>
                <a:ea typeface="DejaVu Sans Mono"/>
                <a:cs typeface="DejaVu Sans Mono"/>
              </a:defRPr>
            </a:lvl3pPr>
            <a:lvl4pPr algn="l">
              <a:defRPr sz="1725" b="0">
                <a:solidFill>
                  <a:srgbClr val="122D3B"/>
                </a:solidFill>
                <a:latin typeface="DejaVu Sans Mono"/>
                <a:ea typeface="DejaVu Sans Mono"/>
                <a:cs typeface="DejaVu Sans Mono"/>
              </a:defRPr>
            </a:lvl4pPr>
            <a:lvl5pPr algn="l">
              <a:defRPr sz="1725" b="0">
                <a:solidFill>
                  <a:srgbClr val="122D3B"/>
                </a:solidFill>
                <a:latin typeface="DejaVu Sans Mono"/>
                <a:ea typeface="DejaVu Sans Mono"/>
                <a:cs typeface="DejaVu Sans Mono"/>
              </a:defRPr>
            </a:lvl5pPr>
            <a:lvl6pPr algn="l">
              <a:defRPr sz="1725" b="0">
                <a:solidFill>
                  <a:srgbClr val="122D3B"/>
                </a:solidFill>
                <a:latin typeface="DejaVu Sans Mono"/>
                <a:ea typeface="DejaVu Sans Mono"/>
                <a:cs typeface="DejaVu Sans Mono"/>
              </a:defRPr>
            </a:lvl6pPr>
            <a:lvl7pPr algn="l">
              <a:defRPr sz="1725" b="0">
                <a:solidFill>
                  <a:srgbClr val="122D3B"/>
                </a:solidFill>
                <a:latin typeface="DejaVu Sans Mono"/>
                <a:ea typeface="DejaVu Sans Mono"/>
                <a:cs typeface="DejaVu Sans Mono"/>
              </a:defRPr>
            </a:lvl7pPr>
            <a:lvl8pPr algn="l">
              <a:defRPr sz="1725" b="0">
                <a:solidFill>
                  <a:srgbClr val="122D3B"/>
                </a:solidFill>
                <a:latin typeface="DejaVu Sans Mono"/>
                <a:ea typeface="DejaVu Sans Mono"/>
                <a:cs typeface="DejaVu Sans Mono"/>
              </a:defRPr>
            </a:lvl8pPr>
            <a:lvl9pPr algn="l">
              <a:defRPr sz="1725" b="0">
                <a:solidFill>
                  <a:srgbClr val="122D3B"/>
                </a:solidFill>
                <a:latin typeface="DejaVu Sans Mono"/>
                <a:ea typeface="DejaVu Sans Mono"/>
                <a:cs typeface="DejaVu Sans Mono"/>
              </a:defRPr>
            </a:lvl9pPr>
          </a:lstStyle>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ground-stairs ↔ first-stairs</a:t>
            </a:r>
          </a:p>
          <a:p xmlns:a="http://schemas.openxmlformats.org/drawingml/2006/main">
            <a:pPr algn="l">
              <a:defRPr sz="1725" b="0">
                <a:solidFill>
                  <a:srgbClr val="122D3B"/>
                </a:solidFill>
                <a:latin typeface="DejaVu Sans Mono"/>
                <a:ea typeface="DejaVu Sans Mono"/>
                <a:cs typeface="DejaVu Sans Mono"/>
              </a:defRPr>
            </a:pPr>
            <a:r>
              <a:rPr sz="1725" b="0">
                <a:solidFill>
                  <a:srgbClr val="122D3B"/>
                </a:solidFill>
                <a:latin typeface="DejaVu Sans Mono"/>
                <a:ea typeface="DejaVu Sans Mono"/>
                <a:cs typeface="DejaVu Sans Mono"/>
              </a:rPr>
              <a:t>edge cost = 1 traversal</a:t>
            </a:r>
          </a:p>
        </p:txBody>
      </p:sp>
      <p:sp>
        <p:nvSpPr>
          <p:cNvPr id="8" name="text-6">
            <a:extLst xmlns:a="http://schemas.openxmlformats.org/drawingml/2006/main">
              <a:ext uri="{FF2B5EF4-FFF2-40B4-BE49-F238E27FC236}">
                <a16:creationId xmlns:a16="http://schemas.microsoft.com/office/drawing/2014/main" id="{CB4AC0E2-1163-40E5-9D20-DEC6ED1EC2B7}"/>
              </a:ext>
            </a:extLst>
          </p:cNvPr>
          <p:cNvSpPr>
            <a:spLocks xmlns:a="http://schemas.openxmlformats.org/drawingml/2006/main" noGrp="1"/>
          </p:cNvSpPr>
          <p:nvPr/>
        </p:nvSpPr>
        <p:spPr>
          <a:xfrm xmlns:a="http://schemas.openxmlformats.org/drawingml/2006/main">
            <a:off x="8048625" y="5600700"/>
            <a:ext cx="4953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33B45"/>
                </a:solidFill>
                <a:latin typeface="DejaVu Sans"/>
                <a:ea typeface="DejaVu Sans"/>
                <a:cs typeface="DejaVu Sans"/>
              </a:defRPr>
            </a:defPPr>
            <a:lvl1pPr algn="l">
              <a:defRPr sz="1875" b="0">
                <a:solidFill>
                  <a:srgbClr val="233B45"/>
                </a:solidFill>
                <a:latin typeface="DejaVu Sans"/>
                <a:ea typeface="DejaVu Sans"/>
                <a:cs typeface="DejaVu Sans"/>
              </a:defRPr>
            </a:lvl1pPr>
            <a:lvl2pPr algn="l">
              <a:defRPr sz="1875" b="0">
                <a:solidFill>
                  <a:srgbClr val="233B45"/>
                </a:solidFill>
                <a:latin typeface="DejaVu Sans"/>
                <a:ea typeface="DejaVu Sans"/>
                <a:cs typeface="DejaVu Sans"/>
              </a:defRPr>
            </a:lvl2pPr>
            <a:lvl3pPr algn="l">
              <a:defRPr sz="1875" b="0">
                <a:solidFill>
                  <a:srgbClr val="233B45"/>
                </a:solidFill>
                <a:latin typeface="DejaVu Sans"/>
                <a:ea typeface="DejaVu Sans"/>
                <a:cs typeface="DejaVu Sans"/>
              </a:defRPr>
            </a:lvl3pPr>
            <a:lvl4pPr algn="l">
              <a:defRPr sz="1875" b="0">
                <a:solidFill>
                  <a:srgbClr val="233B45"/>
                </a:solidFill>
                <a:latin typeface="DejaVu Sans"/>
                <a:ea typeface="DejaVu Sans"/>
                <a:cs typeface="DejaVu Sans"/>
              </a:defRPr>
            </a:lvl4pPr>
            <a:lvl5pPr algn="l">
              <a:defRPr sz="1875" b="0">
                <a:solidFill>
                  <a:srgbClr val="233B45"/>
                </a:solidFill>
                <a:latin typeface="DejaVu Sans"/>
                <a:ea typeface="DejaVu Sans"/>
                <a:cs typeface="DejaVu Sans"/>
              </a:defRPr>
            </a:lvl5pPr>
            <a:lvl6pPr algn="l">
              <a:defRPr sz="1875" b="0">
                <a:solidFill>
                  <a:srgbClr val="233B45"/>
                </a:solidFill>
                <a:latin typeface="DejaVu Sans"/>
                <a:ea typeface="DejaVu Sans"/>
                <a:cs typeface="DejaVu Sans"/>
              </a:defRPr>
            </a:lvl6pPr>
            <a:lvl7pPr algn="l">
              <a:defRPr sz="1875" b="0">
                <a:solidFill>
                  <a:srgbClr val="233B45"/>
                </a:solidFill>
                <a:latin typeface="DejaVu Sans"/>
                <a:ea typeface="DejaVu Sans"/>
                <a:cs typeface="DejaVu Sans"/>
              </a:defRPr>
            </a:lvl7pPr>
            <a:lvl8pPr algn="l">
              <a:defRPr sz="1875" b="0">
                <a:solidFill>
                  <a:srgbClr val="233B45"/>
                </a:solidFill>
                <a:latin typeface="DejaVu Sans"/>
                <a:ea typeface="DejaVu Sans"/>
                <a:cs typeface="DejaVu Sans"/>
              </a:defRPr>
            </a:lvl8pPr>
            <a:lvl9pPr algn="l">
              <a:defRPr sz="1875" b="0">
                <a:solidFill>
                  <a:srgbClr val="233B45"/>
                </a:solidFill>
                <a:latin typeface="DejaVu Sans"/>
                <a:ea typeface="DejaVu Sans"/>
                <a:cs typeface="DejaVu Sans"/>
              </a:defRPr>
            </a:lvl9pPr>
          </a:lstStyle>
          <a:p xmlns:a="http://schemas.openxmlformats.org/drawingml/2006/main">
            <a:pPr algn="l">
              <a:defRPr sz="1875" b="0">
                <a:solidFill>
                  <a:srgbClr val="233B45"/>
                </a:solidFill>
                <a:latin typeface="DejaVu Sans"/>
                <a:ea typeface="DejaVu Sans"/>
                <a:cs typeface="DejaVu Sans"/>
              </a:defRPr>
            </a:pPr>
            <a:r>
              <a:rPr sz="1875" b="0">
                <a:solidFill>
                  <a:srgbClr val="233B45"/>
                </a:solidFill>
                <a:latin typeface="DejaVu Sans"/>
                <a:ea typeface="DejaVu Sans"/>
                <a:cs typeface="DejaVu Sans"/>
              </a:rPr>
              <a:t>Each floor has its own pixel frame.</a:t>
            </a:r>
          </a:p>
          <a:p xmlns:a="http://schemas.openxmlformats.org/drawingml/2006/main">
            <a:pPr algn="l">
              <a:defRPr sz="1875" b="0">
                <a:solidFill>
                  <a:srgbClr val="233B45"/>
                </a:solidFill>
                <a:latin typeface="DejaVu Sans"/>
                <a:ea typeface="DejaVu Sans"/>
                <a:cs typeface="DejaVu Sans"/>
              </a:defRPr>
            </a:pPr>
            <a:r>
              <a:rPr sz="1875" b="0">
                <a:solidFill>
                  <a:srgbClr val="233B45"/>
                </a:solidFill>
                <a:latin typeface="DejaVu Sans"/>
                <a:ea typeface="DejaVu Sans"/>
                <a:cs typeface="DejaVu Sans"/>
              </a:rPr>
              <a:t>Distance = unknown. ETA = unavailable.</a:t>
            </a:r>
          </a:p>
        </p:txBody>
      </p:sp>
      <p:sp>
        <p:nvSpPr>
          <p:cNvPr id="9" name="text-7">
            <a:extLst xmlns:a="http://schemas.openxmlformats.org/drawingml/2006/main">
              <a:ext uri="{FF2B5EF4-FFF2-40B4-BE49-F238E27FC236}">
                <a16:creationId xmlns:a16="http://schemas.microsoft.com/office/drawing/2014/main" id="{1D908135-D214-4A53-80F2-96AE3FA58623}"/>
              </a:ext>
            </a:extLst>
          </p:cNvPr>
          <p:cNvSpPr>
            <a:spLocks xmlns:a="http://schemas.openxmlformats.org/drawingml/2006/main" noGrp="1"/>
          </p:cNvSpPr>
          <p:nvPr/>
        </p:nvSpPr>
        <p:spPr>
          <a:xfrm xmlns:a="http://schemas.openxmlformats.org/drawingml/2006/main">
            <a:off x="723900" y="7000875"/>
            <a:ext cx="1190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B7075"/>
                </a:solidFill>
                <a:latin typeface="DejaVu Sans"/>
                <a:ea typeface="DejaVu Sans"/>
                <a:cs typeface="DejaVu Sans"/>
              </a:defRPr>
            </a:defPPr>
            <a:lvl1pPr algn="l">
              <a:defRPr sz="1425" b="0">
                <a:solidFill>
                  <a:srgbClr val="5B7075"/>
                </a:solidFill>
                <a:latin typeface="DejaVu Sans"/>
                <a:ea typeface="DejaVu Sans"/>
                <a:cs typeface="DejaVu Sans"/>
              </a:defRPr>
            </a:lvl1pPr>
            <a:lvl2pPr algn="l">
              <a:defRPr sz="1425" b="0">
                <a:solidFill>
                  <a:srgbClr val="5B7075"/>
                </a:solidFill>
                <a:latin typeface="DejaVu Sans"/>
                <a:ea typeface="DejaVu Sans"/>
                <a:cs typeface="DejaVu Sans"/>
              </a:defRPr>
            </a:lvl2pPr>
            <a:lvl3pPr algn="l">
              <a:defRPr sz="1425" b="0">
                <a:solidFill>
                  <a:srgbClr val="5B7075"/>
                </a:solidFill>
                <a:latin typeface="DejaVu Sans"/>
                <a:ea typeface="DejaVu Sans"/>
                <a:cs typeface="DejaVu Sans"/>
              </a:defRPr>
            </a:lvl3pPr>
            <a:lvl4pPr algn="l">
              <a:defRPr sz="1425" b="0">
                <a:solidFill>
                  <a:srgbClr val="5B7075"/>
                </a:solidFill>
                <a:latin typeface="DejaVu Sans"/>
                <a:ea typeface="DejaVu Sans"/>
                <a:cs typeface="DejaVu Sans"/>
              </a:defRPr>
            </a:lvl4pPr>
            <a:lvl5pPr algn="l">
              <a:defRPr sz="1425" b="0">
                <a:solidFill>
                  <a:srgbClr val="5B7075"/>
                </a:solidFill>
                <a:latin typeface="DejaVu Sans"/>
                <a:ea typeface="DejaVu Sans"/>
                <a:cs typeface="DejaVu Sans"/>
              </a:defRPr>
            </a:lvl5pPr>
            <a:lvl6pPr algn="l">
              <a:defRPr sz="1425" b="0">
                <a:solidFill>
                  <a:srgbClr val="5B7075"/>
                </a:solidFill>
                <a:latin typeface="DejaVu Sans"/>
                <a:ea typeface="DejaVu Sans"/>
                <a:cs typeface="DejaVu Sans"/>
              </a:defRPr>
            </a:lvl6pPr>
            <a:lvl7pPr algn="l">
              <a:defRPr sz="1425" b="0">
                <a:solidFill>
                  <a:srgbClr val="5B7075"/>
                </a:solidFill>
                <a:latin typeface="DejaVu Sans"/>
                <a:ea typeface="DejaVu Sans"/>
                <a:cs typeface="DejaVu Sans"/>
              </a:defRPr>
            </a:lvl7pPr>
            <a:lvl8pPr algn="l">
              <a:defRPr sz="1425" b="0">
                <a:solidFill>
                  <a:srgbClr val="5B7075"/>
                </a:solidFill>
                <a:latin typeface="DejaVu Sans"/>
                <a:ea typeface="DejaVu Sans"/>
                <a:cs typeface="DejaVu Sans"/>
              </a:defRPr>
            </a:lvl8pPr>
            <a:lvl9pPr algn="l">
              <a:defRPr sz="1425" b="0">
                <a:solidFill>
                  <a:srgbClr val="5B7075"/>
                </a:solidFill>
                <a:latin typeface="DejaVu Sans"/>
                <a:ea typeface="DejaVu Sans"/>
                <a:cs typeface="DejaVu Sans"/>
              </a:defRPr>
            </a:lvl9pPr>
          </a:lstStyle>
          <a:p xmlns:a="http://schemas.openxmlformats.org/drawingml/2006/main">
            <a:pPr algn="l">
              <a:defRPr sz="1425" b="0">
                <a:solidFill>
                  <a:srgbClr val="5B7075"/>
                </a:solidFill>
                <a:latin typeface="DejaVu Sans"/>
                <a:ea typeface="DejaVu Sans"/>
                <a:cs typeface="DejaVu Sans"/>
              </a:defRPr>
            </a:pPr>
            <a:r>
              <a:rPr sz="1425" b="0">
                <a:solidFill>
                  <a:srgbClr val="5B7075"/>
                </a:solidFill>
                <a:latin typeface="DejaVu Sans"/>
                <a:ea typeface="DejaVu Sans"/>
                <a:cs typeface="DejaVu Sans"/>
              </a:rPr>
              <a:t>Original educational layout. This is not an actual MUJ floorplan or verified accessible route.</a:t>
            </a:r>
          </a:p>
        </p:txBody>
      </p:sp>
    </p:spTree>
    <p:extLst>
      <p:ext uri="{BB962C8B-B14F-4D97-AF65-F5344CB8AC3E}">
        <p14:creationId xmlns:p14="http://schemas.microsoft.com/office/powerpoint/2010/main" val="1328509000"/>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CD52EF4-C7D0-4100-8A00-9440449345F0}"/>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Indoor routing outcomes and recovery behavior</a:t>
            </a:r>
          </a:p>
        </p:txBody>
      </p:sp>
      <p:sp>
        <p:nvSpPr>
          <p:cNvPr id="2" name="text-1">
            <a:extLst xmlns:a="http://schemas.openxmlformats.org/drawingml/2006/main">
              <a:ext uri="{FF2B5EF4-FFF2-40B4-BE49-F238E27FC236}">
                <a16:creationId xmlns:a16="http://schemas.microsoft.com/office/drawing/2014/main" id="{886702B7-25F6-4FE5-8237-63E99DA7E311}"/>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12</a:t>
            </a:r>
          </a:p>
        </p:txBody>
      </p:sp>
      <p:pic>
        <p:nvPicPr>
          <p:cNvPr id="3" name="">
            <a:extLst xmlns:a="http://schemas.openxmlformats.org/drawingml/2006/main">
              <a:ext uri="{FF2B5EF4-FFF2-40B4-BE49-F238E27FC236}">
                <a16:creationId xmlns:a16="http://schemas.microsoft.com/office/drawing/2014/main" id="{DC5C4EF6-01FB-4EE4-86A9-D34A17571B69}"/>
              </a:ext>
            </a:extLst>
          </p:cNvPr>
          <p:cNvPicPr>
            <a:picLocks xmlns:a="http://schemas.openxmlformats.org/drawingml/2006/main" noChangeAspect="1"/>
          </p:cNvPicPr>
          <p:nvPr/>
        </p:nvPicPr>
        <p:blipFill>
          <a:blip xmlns:r="http://schemas.openxmlformats.org/officeDocument/2006/relationships" xmlns:a="http://schemas.openxmlformats.org/drawingml/2006/main" r:embed="R17101c0641884ae6"/>
          <a:stretch xmlns:a="http://schemas.openxmlformats.org/drawingml/2006/main"/>
        </p:blipFill>
        <p:spPr>
          <a:xfrm xmlns:a="http://schemas.openxmlformats.org/drawingml/2006/main">
            <a:off x="843303" y="1562100"/>
            <a:ext cx="6009595" cy="46101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9F4D8998-4D8B-4C9D-8B16-C17DC75AA55F}"/>
              </a:ext>
            </a:extLst>
          </p:cNvPr>
          <p:cNvGraphicFramePr/>
          <p:nvPr/>
        </p:nvGraphicFramePr>
        <p:xfrm>
          <a:off xmlns:a="http://schemas.openxmlformats.org/drawingml/2006/main" x="7486650" y="1581150"/>
          <a:ext xmlns:a="http://schemas.openxmlformats.org/drawingml/2006/main" cx="5476875" cy="3638550"/>
        </p:xfrm>
        <a:graphic xmlns:a="http://schemas.openxmlformats.org/drawingml/2006/main">
          <a:graphicData uri="http://schemas.openxmlformats.org/drawingml/2006/table">
            <a:tbl>
              <a:tblPr firstRow="1" bandRow="0"/>
              <a:tblGrid>
                <a:gridCol w="2286000"/>
                <a:gridCol w="3190875"/>
              </a:tblGrid>
              <a:tr h="606425">
                <a:tc>
                  <a:txBody>
                    <a:bodyPr lIns="123825" tIns="104775" rIns="123825" bIns="104775"/>
                    <a:lstStyle/>
                    <a:p>
                      <a:pPr algn="l"/>
                      <a:r>
                        <a:rPr sz="1725" b="1">
                          <a:solidFill>
                            <a:srgbClr val="F8FAF8"/>
                          </a:solidFill>
                          <a:latin typeface="DejaVu Sans"/>
                          <a:ea typeface="DejaVu Sans"/>
                          <a:cs typeface="DejaVu Sans"/>
                        </a:rPr>
                        <a:t>Query</a:t>
                      </a:r>
                    </a:p>
                  </a:txBody>
                  <a:tcPr marL="91440" marR="91440" marT="45720" marB="45720" anchor="ctr">
                    <a:lnL w="6668">
                      <a:solidFill>
                        <a:srgbClr val="CBD7D8"/>
                      </a:solidFill>
                      <a:prstDash val="solid"/>
                    </a:lnL>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c>
                  <a:txBody>
                    <a:bodyPr lIns="123825" tIns="104775" rIns="123825" bIns="104775"/>
                    <a:lstStyle/>
                    <a:p>
                      <a:pPr algn="l"/>
                      <a:r>
                        <a:rPr sz="1725" b="1">
                          <a:solidFill>
                            <a:srgbClr val="F8FAF8"/>
                          </a:solidFill>
                          <a:latin typeface="DejaVu Sans"/>
                          <a:ea typeface="DejaVu Sans"/>
                          <a:cs typeface="DejaVu Sans"/>
                        </a:rPr>
                        <a:t>Computed result</a:t>
                      </a:r>
                    </a:p>
                  </a:txBody>
                  <a:tcPr marL="91440" marR="91440" marT="45720" marB="45720" anchor="ctr">
                    <a:lnR w="6668">
                      <a:solidFill>
                        <a:srgbClr val="CBD7D8"/>
                      </a:solidFill>
                      <a:prstDash val="solid"/>
                    </a:lnR>
                    <a:lnT w="6668">
                      <a:solidFill>
                        <a:srgbClr val="CBD7D8"/>
                      </a:solidFill>
                      <a:prstDash val="solid"/>
                    </a:lnT>
                    <a:lnB w="6668">
                      <a:solidFill>
                        <a:srgbClr val="CBD7D8"/>
                      </a:solidFill>
                      <a:prstDash val="solid"/>
                    </a:lnB>
                    <a:solidFill>
                      <a:srgbClr val="122D3B"/>
                    </a:solidFill>
                  </a:tcPr>
                </a:tc>
              </a:tr>
              <a:tr h="606425">
                <a:tc>
                  <a:txBody>
                    <a:bodyPr lIns="123825" tIns="104775" rIns="123825" bIns="104775"/>
                    <a:lstStyle/>
                    <a:p>
                      <a:pPr algn="l"/>
                      <a:r>
                        <a:rPr sz="1725" b="0">
                          <a:solidFill>
                            <a:srgbClr val="233B45"/>
                          </a:solidFill>
                          <a:latin typeface="DejaVu Sans"/>
                          <a:ea typeface="DejaVu Sans"/>
                          <a:cs typeface="DejaVu Sans"/>
                        </a:rPr>
                        <a:t>A to Library</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3 traversals</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606425">
                <a:tc>
                  <a:txBody>
                    <a:bodyPr lIns="123825" tIns="104775" rIns="123825" bIns="104775"/>
                    <a:lstStyle/>
                    <a:p>
                      <a:pPr algn="l"/>
                      <a:r>
                        <a:rPr sz="1725" b="0">
                          <a:solidFill>
                            <a:srgbClr val="233B45"/>
                          </a:solidFill>
                          <a:latin typeface="DejaVu Sans"/>
                          <a:ea typeface="DejaVu Sans"/>
                          <a:cs typeface="DejaVu Sans"/>
                        </a:rPr>
                        <a:t>A to C</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9, stair ascent</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r h="606425">
                <a:tc>
                  <a:txBody>
                    <a:bodyPr lIns="123825" tIns="104775" rIns="123825" bIns="104775"/>
                    <a:lstStyle/>
                    <a:p>
                      <a:pPr algn="l"/>
                      <a:r>
                        <a:rPr sz="1725" b="0">
                          <a:solidFill>
                            <a:srgbClr val="233B45"/>
                          </a:solidFill>
                          <a:latin typeface="DejaVu Sans"/>
                          <a:ea typeface="DejaVu Sans"/>
                          <a:cs typeface="DejaVu Sans"/>
                        </a:rPr>
                        <a:t>C to A</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9, stair descent</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r h="606425">
                <a:tc>
                  <a:txBody>
                    <a:bodyPr lIns="123825" tIns="104775" rIns="123825" bIns="104775"/>
                    <a:lstStyle/>
                    <a:p>
                      <a:pPr algn="l"/>
                      <a:r>
                        <a:rPr sz="1725" b="0">
                          <a:solidFill>
                            <a:srgbClr val="233B45"/>
                          </a:solidFill>
                          <a:latin typeface="DejaVu Sans"/>
                          <a:ea typeface="DejaVu Sans"/>
                          <a:cs typeface="DejaVu Sans"/>
                        </a:rPr>
                        <a:t>A to A</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E6ECE8"/>
                    </a:solidFill>
                  </a:tcPr>
                </a:tc>
                <a:tc>
                  <a:txBody>
                    <a:bodyPr lIns="123825" tIns="104775" rIns="123825" bIns="104775"/>
                    <a:lstStyle/>
                    <a:p>
                      <a:pPr algn="l"/>
                      <a:r>
                        <a:rPr sz="1725" b="0">
                          <a:solidFill>
                            <a:srgbClr val="233B45"/>
                          </a:solidFill>
                          <a:latin typeface="DejaVu Sans"/>
                          <a:ea typeface="DejaVu Sans"/>
                          <a:cs typeface="DejaVu Sans"/>
                        </a:rPr>
                        <a:t>0, physical totals unknown</a:t>
                      </a:r>
                    </a:p>
                  </a:txBody>
                  <a:tcPr marL="91440" marR="91440" marT="45720" marB="45720" anchor="ctr">
                    <a:lnR w="6668">
                      <a:solidFill>
                        <a:srgbClr val="CBD7D8"/>
                      </a:solidFill>
                      <a:prstDash val="solid"/>
                    </a:lnR>
                    <a:lnB w="6668">
                      <a:solidFill>
                        <a:srgbClr val="CBD7D8"/>
                      </a:solidFill>
                      <a:prstDash val="solid"/>
                    </a:lnB>
                    <a:solidFill>
                      <a:srgbClr val="E6ECE8"/>
                    </a:solidFill>
                  </a:tcPr>
                </a:tc>
              </a:tr>
              <a:tr h="606425">
                <a:tc>
                  <a:txBody>
                    <a:bodyPr lIns="123825" tIns="104775" rIns="123825" bIns="104775"/>
                    <a:lstStyle/>
                    <a:p>
                      <a:pPr algn="l"/>
                      <a:r>
                        <a:rPr sz="1725" b="0">
                          <a:solidFill>
                            <a:srgbClr val="233B45"/>
                          </a:solidFill>
                          <a:latin typeface="DejaVu Sans"/>
                          <a:ea typeface="DejaVu Sans"/>
                          <a:cs typeface="DejaVu Sans"/>
                        </a:rPr>
                        <a:t>A to isolated room</a:t>
                      </a:r>
                    </a:p>
                  </a:txBody>
                  <a:tcPr marL="91440" marR="91440" marT="45720" marB="45720" anchor="ctr">
                    <a:lnL w="6668">
                      <a:solidFill>
                        <a:srgbClr val="CBD7D8"/>
                      </a:solidFill>
                      <a:prstDash val="solid"/>
                    </a:lnL>
                    <a:lnR w="6668">
                      <a:solidFill>
                        <a:srgbClr val="CBD7D8"/>
                      </a:solidFill>
                      <a:prstDash val="solid"/>
                    </a:lnR>
                    <a:lnB w="6668">
                      <a:solidFill>
                        <a:srgbClr val="CBD7D8"/>
                      </a:solidFill>
                      <a:prstDash val="solid"/>
                    </a:lnB>
                    <a:solidFill>
                      <a:srgbClr val="FFFFFF"/>
                    </a:solidFill>
                  </a:tcPr>
                </a:tc>
                <a:tc>
                  <a:txBody>
                    <a:bodyPr lIns="123825" tIns="104775" rIns="123825" bIns="104775"/>
                    <a:lstStyle/>
                    <a:p>
                      <a:pPr algn="l"/>
                      <a:r>
                        <a:rPr sz="1725" b="0">
                          <a:solidFill>
                            <a:srgbClr val="233B45"/>
                          </a:solidFill>
                          <a:latin typeface="DejaVu Sans"/>
                          <a:ea typeface="DejaVu Sans"/>
                          <a:cs typeface="DejaVu Sans"/>
                        </a:rPr>
                        <a:t>No route, clear highlight</a:t>
                      </a:r>
                    </a:p>
                  </a:txBody>
                  <a:tcPr marL="91440" marR="91440" marT="45720" marB="45720" anchor="ctr">
                    <a:lnR w="6668">
                      <a:solidFill>
                        <a:srgbClr val="CBD7D8"/>
                      </a:solidFill>
                      <a:prstDash val="solid"/>
                    </a:lnR>
                    <a:lnB w="6668">
                      <a:solidFill>
                        <a:srgbClr val="CBD7D8"/>
                      </a:solidFill>
                      <a:prstDash val="solid"/>
                    </a:lnB>
                    <a:solidFill>
                      <a:srgbClr val="FFFFFF"/>
                    </a:solidFill>
                  </a:tcPr>
                </a:tc>
              </a:tr>
            </a:tbl>
          </a:graphicData>
        </a:graphic>
      </p:graphicFrame>
      <p:sp>
        <p:nvSpPr>
          <p:cNvPr id="5" name="text-2">
            <a:extLst xmlns:a="http://schemas.openxmlformats.org/drawingml/2006/main">
              <a:ext uri="{FF2B5EF4-FFF2-40B4-BE49-F238E27FC236}">
                <a16:creationId xmlns:a16="http://schemas.microsoft.com/office/drawing/2014/main" id="{9495BF0C-F2B5-492C-8CA6-FB0DA2BBBA8F}"/>
              </a:ext>
            </a:extLst>
          </p:cNvPr>
          <p:cNvSpPr>
            <a:spLocks xmlns:a="http://schemas.openxmlformats.org/drawingml/2006/main" noGrp="1"/>
          </p:cNvSpPr>
          <p:nvPr/>
        </p:nvSpPr>
        <p:spPr>
          <a:xfrm xmlns:a="http://schemas.openxmlformats.org/drawingml/2006/main">
            <a:off x="7515225" y="5581650"/>
            <a:ext cx="5429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33B45"/>
                </a:solidFill>
                <a:latin typeface="DejaVu Sans"/>
                <a:ea typeface="DejaVu Sans"/>
                <a:cs typeface="DejaVu Sans"/>
              </a:defRPr>
            </a:defPPr>
            <a:lvl1pPr algn="l">
              <a:defRPr sz="1800" b="0">
                <a:solidFill>
                  <a:srgbClr val="233B45"/>
                </a:solidFill>
                <a:latin typeface="DejaVu Sans"/>
                <a:ea typeface="DejaVu Sans"/>
                <a:cs typeface="DejaVu Sans"/>
              </a:defRPr>
            </a:lvl1pPr>
            <a:lvl2pPr algn="l">
              <a:defRPr sz="1800" b="0">
                <a:solidFill>
                  <a:srgbClr val="233B45"/>
                </a:solidFill>
                <a:latin typeface="DejaVu Sans"/>
                <a:ea typeface="DejaVu Sans"/>
                <a:cs typeface="DejaVu Sans"/>
              </a:defRPr>
            </a:lvl2pPr>
            <a:lvl3pPr algn="l">
              <a:defRPr sz="1800" b="0">
                <a:solidFill>
                  <a:srgbClr val="233B45"/>
                </a:solidFill>
                <a:latin typeface="DejaVu Sans"/>
                <a:ea typeface="DejaVu Sans"/>
                <a:cs typeface="DejaVu Sans"/>
              </a:defRPr>
            </a:lvl3pPr>
            <a:lvl4pPr algn="l">
              <a:defRPr sz="1800" b="0">
                <a:solidFill>
                  <a:srgbClr val="233B45"/>
                </a:solidFill>
                <a:latin typeface="DejaVu Sans"/>
                <a:ea typeface="DejaVu Sans"/>
                <a:cs typeface="DejaVu Sans"/>
              </a:defRPr>
            </a:lvl4pPr>
            <a:lvl5pPr algn="l">
              <a:defRPr sz="1800" b="0">
                <a:solidFill>
                  <a:srgbClr val="233B45"/>
                </a:solidFill>
                <a:latin typeface="DejaVu Sans"/>
                <a:ea typeface="DejaVu Sans"/>
                <a:cs typeface="DejaVu Sans"/>
              </a:defRPr>
            </a:lvl5pPr>
            <a:lvl6pPr algn="l">
              <a:defRPr sz="1800" b="0">
                <a:solidFill>
                  <a:srgbClr val="233B45"/>
                </a:solidFill>
                <a:latin typeface="DejaVu Sans"/>
                <a:ea typeface="DejaVu Sans"/>
                <a:cs typeface="DejaVu Sans"/>
              </a:defRPr>
            </a:lvl6pPr>
            <a:lvl7pPr algn="l">
              <a:defRPr sz="1800" b="0">
                <a:solidFill>
                  <a:srgbClr val="233B45"/>
                </a:solidFill>
                <a:latin typeface="DejaVu Sans"/>
                <a:ea typeface="DejaVu Sans"/>
                <a:cs typeface="DejaVu Sans"/>
              </a:defRPr>
            </a:lvl7pPr>
            <a:lvl8pPr algn="l">
              <a:defRPr sz="1800" b="0">
                <a:solidFill>
                  <a:srgbClr val="233B45"/>
                </a:solidFill>
                <a:latin typeface="DejaVu Sans"/>
                <a:ea typeface="DejaVu Sans"/>
                <a:cs typeface="DejaVu Sans"/>
              </a:defRPr>
            </a:lvl8pPr>
            <a:lvl9pPr algn="l">
              <a:defRPr sz="1800" b="0">
                <a:solidFill>
                  <a:srgbClr val="233B45"/>
                </a:solidFill>
                <a:latin typeface="DejaVu Sans"/>
                <a:ea typeface="DejaVu Sans"/>
                <a:cs typeface="DejaVu Sans"/>
              </a:defRPr>
            </a:lvl9pPr>
          </a:lstStyle>
          <a:p xmlns:a="http://schemas.openxmlformats.org/drawingml/2006/main">
            <a:pPr algn="l">
              <a:defRPr sz="1800" b="0">
                <a:solidFill>
                  <a:srgbClr val="233B45"/>
                </a:solidFill>
                <a:latin typeface="DejaVu Sans"/>
                <a:ea typeface="DejaVu Sans"/>
                <a:cs typeface="DejaVu Sans"/>
              </a:defRPr>
            </a:pPr>
            <a:r>
              <a:rPr sz="1800" b="0">
                <a:solidFill>
                  <a:srgbClr val="233B45"/>
                </a:solidFill>
                <a:latin typeface="DejaVu Sans"/>
                <a:ea typeface="DejaVu Sans"/>
                <a:cs typeface="DejaVu Sans"/>
              </a:rPr>
              <a:t>Versioned requests reject stale layouts and foreign room IDs.</a:t>
            </a:r>
          </a:p>
          <a:p xmlns:a="http://schemas.openxmlformats.org/drawingml/2006/main">
            <a:pPr algn="l">
              <a:defRPr sz="1800" b="0">
                <a:solidFill>
                  <a:srgbClr val="233B45"/>
                </a:solidFill>
                <a:latin typeface="DejaVu Sans"/>
                <a:ea typeface="DejaVu Sans"/>
                <a:cs typeface="DejaVu Sans"/>
              </a:defRPr>
            </a:pPr>
            <a:r>
              <a:rPr sz="1800" b="0">
                <a:solidFill>
                  <a:srgbClr val="233B45"/>
                </a:solidFill>
                <a:latin typeface="DejaVu Sans"/>
                <a:ea typeface="DejaVu Sans"/>
                <a:cs typeface="DejaVu Sans"/>
              </a:rPr>
              <a:t>Floor switching and reload recovery keep the route explicit.</a:t>
            </a:r>
          </a:p>
        </p:txBody>
      </p:sp>
      <p:sp>
        <p:nvSpPr>
          <p:cNvPr id="6" name="text-3">
            <a:extLst xmlns:a="http://schemas.openxmlformats.org/drawingml/2006/main">
              <a:ext uri="{FF2B5EF4-FFF2-40B4-BE49-F238E27FC236}">
                <a16:creationId xmlns:a16="http://schemas.microsoft.com/office/drawing/2014/main" id="{2BEC17D0-A78D-4006-A662-F738D110F50B}"/>
              </a:ext>
            </a:extLst>
          </p:cNvPr>
          <p:cNvSpPr>
            <a:spLocks xmlns:a="http://schemas.openxmlformats.org/drawingml/2006/main" noGrp="1"/>
          </p:cNvSpPr>
          <p:nvPr/>
        </p:nvSpPr>
        <p:spPr>
          <a:xfrm xmlns:a="http://schemas.openxmlformats.org/drawingml/2006/main">
            <a:off x="733425" y="7019925"/>
            <a:ext cx="1176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22D3B"/>
                </a:solidFill>
                <a:latin typeface="DejaVu Sans"/>
                <a:ea typeface="DejaVu Sans"/>
                <a:cs typeface="DejaVu Sans"/>
              </a:defRPr>
            </a:defPPr>
            <a:lvl1pPr algn="l">
              <a:defRPr sz="1500" b="1">
                <a:solidFill>
                  <a:srgbClr val="122D3B"/>
                </a:solidFill>
                <a:latin typeface="DejaVu Sans"/>
                <a:ea typeface="DejaVu Sans"/>
                <a:cs typeface="DejaVu Sans"/>
              </a:defRPr>
            </a:lvl1pPr>
            <a:lvl2pPr algn="l">
              <a:defRPr sz="1500" b="1">
                <a:solidFill>
                  <a:srgbClr val="122D3B"/>
                </a:solidFill>
                <a:latin typeface="DejaVu Sans"/>
                <a:ea typeface="DejaVu Sans"/>
                <a:cs typeface="DejaVu Sans"/>
              </a:defRPr>
            </a:lvl2pPr>
            <a:lvl3pPr algn="l">
              <a:defRPr sz="1500" b="1">
                <a:solidFill>
                  <a:srgbClr val="122D3B"/>
                </a:solidFill>
                <a:latin typeface="DejaVu Sans"/>
                <a:ea typeface="DejaVu Sans"/>
                <a:cs typeface="DejaVu Sans"/>
              </a:defRPr>
            </a:lvl3pPr>
            <a:lvl4pPr algn="l">
              <a:defRPr sz="1500" b="1">
                <a:solidFill>
                  <a:srgbClr val="122D3B"/>
                </a:solidFill>
                <a:latin typeface="DejaVu Sans"/>
                <a:ea typeface="DejaVu Sans"/>
                <a:cs typeface="DejaVu Sans"/>
              </a:defRPr>
            </a:lvl4pPr>
            <a:lvl5pPr algn="l">
              <a:defRPr sz="1500" b="1">
                <a:solidFill>
                  <a:srgbClr val="122D3B"/>
                </a:solidFill>
                <a:latin typeface="DejaVu Sans"/>
                <a:ea typeface="DejaVu Sans"/>
                <a:cs typeface="DejaVu Sans"/>
              </a:defRPr>
            </a:lvl5pPr>
            <a:lvl6pPr algn="l">
              <a:defRPr sz="1500" b="1">
                <a:solidFill>
                  <a:srgbClr val="122D3B"/>
                </a:solidFill>
                <a:latin typeface="DejaVu Sans"/>
                <a:ea typeface="DejaVu Sans"/>
                <a:cs typeface="DejaVu Sans"/>
              </a:defRPr>
            </a:lvl6pPr>
            <a:lvl7pPr algn="l">
              <a:defRPr sz="1500" b="1">
                <a:solidFill>
                  <a:srgbClr val="122D3B"/>
                </a:solidFill>
                <a:latin typeface="DejaVu Sans"/>
                <a:ea typeface="DejaVu Sans"/>
                <a:cs typeface="DejaVu Sans"/>
              </a:defRPr>
            </a:lvl7pPr>
            <a:lvl8pPr algn="l">
              <a:defRPr sz="1500" b="1">
                <a:solidFill>
                  <a:srgbClr val="122D3B"/>
                </a:solidFill>
                <a:latin typeface="DejaVu Sans"/>
                <a:ea typeface="DejaVu Sans"/>
                <a:cs typeface="DejaVu Sans"/>
              </a:defRPr>
            </a:lvl8pPr>
            <a:lvl9pPr algn="l">
              <a:defRPr sz="1500" b="1">
                <a:solidFill>
                  <a:srgbClr val="122D3B"/>
                </a:solidFill>
                <a:latin typeface="DejaVu Sans"/>
                <a:ea typeface="DejaVu Sans"/>
                <a:cs typeface="DejaVu Sans"/>
              </a:defRPr>
            </a:lvl9pPr>
          </a:lstStyle>
          <a:p xmlns:a="http://schemas.openxmlformats.org/drawingml/2006/main">
            <a:pPr algn="l">
              <a:defRPr sz="1500" b="1">
                <a:solidFill>
                  <a:srgbClr val="122D3B"/>
                </a:solidFill>
                <a:latin typeface="DejaVu Sans"/>
                <a:ea typeface="DejaVu Sans"/>
                <a:cs typeface="DejaVu Sans"/>
              </a:defRPr>
            </a:pPr>
            <a:r>
              <a:rPr sz="1500" b="1">
                <a:solidFill>
                  <a:srgbClr val="122D3B"/>
                </a:solidFill>
                <a:latin typeface="DejaVu Sans"/>
                <a:ea typeface="DejaVu Sans"/>
                <a:cs typeface="DejaVu Sans"/>
              </a:rPr>
              <a:t>A topological route can be known even when its physical length is unavailable.</a:t>
            </a:r>
          </a:p>
        </p:txBody>
      </p:sp>
    </p:spTree>
    <p:extLst>
      <p:ext uri="{BB962C8B-B14F-4D97-AF65-F5344CB8AC3E}">
        <p14:creationId xmlns:p14="http://schemas.microsoft.com/office/powerpoint/2010/main" val="1581027111"/>
      </p:ext>
    </p:extLst>
  </p:cSld>
</p:sld>
</file>

<file path=ppt/slides/slide13.xml><?xml version="1.0" encoding="utf-8"?>
<p:sld xmlns:p="http://schemas.openxmlformats.org/presentationml/2006/main">
  <p:cSld>
    <p:bg>
      <p:bgPr>
        <a:solidFill xmlns:a="http://schemas.openxmlformats.org/drawingml/2006/main">
          <a:srgbClr val="0A202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5141296-CF5E-45D6-BCC0-44A49B332FC9}"/>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F8FAF8"/>
                </a:solidFill>
                <a:latin typeface="Bitstream Charter"/>
                <a:ea typeface="Bitstream Charter"/>
                <a:cs typeface="Bitstream Charter"/>
              </a:defRPr>
            </a:defPPr>
            <a:lvl1pPr algn="l">
              <a:defRPr sz="3975" b="1">
                <a:solidFill>
                  <a:srgbClr val="F8FAF8"/>
                </a:solidFill>
                <a:latin typeface="Bitstream Charter"/>
                <a:ea typeface="Bitstream Charter"/>
                <a:cs typeface="Bitstream Charter"/>
              </a:defRPr>
            </a:lvl1pPr>
            <a:lvl2pPr algn="l">
              <a:defRPr sz="3975" b="1">
                <a:solidFill>
                  <a:srgbClr val="F8FAF8"/>
                </a:solidFill>
                <a:latin typeface="Bitstream Charter"/>
                <a:ea typeface="Bitstream Charter"/>
                <a:cs typeface="Bitstream Charter"/>
              </a:defRPr>
            </a:lvl2pPr>
            <a:lvl3pPr algn="l">
              <a:defRPr sz="3975" b="1">
                <a:solidFill>
                  <a:srgbClr val="F8FAF8"/>
                </a:solidFill>
                <a:latin typeface="Bitstream Charter"/>
                <a:ea typeface="Bitstream Charter"/>
                <a:cs typeface="Bitstream Charter"/>
              </a:defRPr>
            </a:lvl3pPr>
            <a:lvl4pPr algn="l">
              <a:defRPr sz="3975" b="1">
                <a:solidFill>
                  <a:srgbClr val="F8FAF8"/>
                </a:solidFill>
                <a:latin typeface="Bitstream Charter"/>
                <a:ea typeface="Bitstream Charter"/>
                <a:cs typeface="Bitstream Charter"/>
              </a:defRPr>
            </a:lvl4pPr>
            <a:lvl5pPr algn="l">
              <a:defRPr sz="3975" b="1">
                <a:solidFill>
                  <a:srgbClr val="F8FAF8"/>
                </a:solidFill>
                <a:latin typeface="Bitstream Charter"/>
                <a:ea typeface="Bitstream Charter"/>
                <a:cs typeface="Bitstream Charter"/>
              </a:defRPr>
            </a:lvl5pPr>
            <a:lvl6pPr algn="l">
              <a:defRPr sz="3975" b="1">
                <a:solidFill>
                  <a:srgbClr val="F8FAF8"/>
                </a:solidFill>
                <a:latin typeface="Bitstream Charter"/>
                <a:ea typeface="Bitstream Charter"/>
                <a:cs typeface="Bitstream Charter"/>
              </a:defRPr>
            </a:lvl6pPr>
            <a:lvl7pPr algn="l">
              <a:defRPr sz="3975" b="1">
                <a:solidFill>
                  <a:srgbClr val="F8FAF8"/>
                </a:solidFill>
                <a:latin typeface="Bitstream Charter"/>
                <a:ea typeface="Bitstream Charter"/>
                <a:cs typeface="Bitstream Charter"/>
              </a:defRPr>
            </a:lvl7pPr>
            <a:lvl8pPr algn="l">
              <a:defRPr sz="3975" b="1">
                <a:solidFill>
                  <a:srgbClr val="F8FAF8"/>
                </a:solidFill>
                <a:latin typeface="Bitstream Charter"/>
                <a:ea typeface="Bitstream Charter"/>
                <a:cs typeface="Bitstream Charter"/>
              </a:defRPr>
            </a:lvl8pPr>
            <a:lvl9pPr algn="l">
              <a:defRPr sz="3975" b="1">
                <a:solidFill>
                  <a:srgbClr val="F8FAF8"/>
                </a:solidFill>
                <a:latin typeface="Bitstream Charter"/>
                <a:ea typeface="Bitstream Charter"/>
                <a:cs typeface="Bitstream Charter"/>
              </a:defRPr>
            </a:lvl9pPr>
          </a:lstStyle>
          <a:p xmlns:a="http://schemas.openxmlformats.org/drawingml/2006/main">
            <a:pPr algn="l">
              <a:defRPr sz="3975" b="1">
                <a:solidFill>
                  <a:srgbClr val="F8FAF8"/>
                </a:solidFill>
                <a:latin typeface="Bitstream Charter"/>
                <a:ea typeface="Bitstream Charter"/>
                <a:cs typeface="Bitstream Charter"/>
              </a:defRPr>
            </a:pPr>
            <a:r>
              <a:rPr sz="3975" b="1">
                <a:solidFill>
                  <a:srgbClr val="F8FAF8"/>
                </a:solidFill>
                <a:latin typeface="Bitstream Charter"/>
                <a:ea typeface="Bitstream Charter"/>
                <a:cs typeface="Bitstream Charter"/>
              </a:rPr>
              <a:t>Verification, acceptance cases and demonstration</a:t>
            </a:r>
          </a:p>
        </p:txBody>
      </p:sp>
      <p:sp>
        <p:nvSpPr>
          <p:cNvPr id="2" name="text-1">
            <a:extLst xmlns:a="http://schemas.openxmlformats.org/drawingml/2006/main">
              <a:ext uri="{FF2B5EF4-FFF2-40B4-BE49-F238E27FC236}">
                <a16:creationId xmlns:a16="http://schemas.microsoft.com/office/drawing/2014/main" id="{25365773-B84F-4E27-81A9-992EEA6C21A6}"/>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8BD2D4"/>
                </a:solidFill>
                <a:latin typeface="DejaVu Sans"/>
                <a:ea typeface="DejaVu Sans"/>
                <a:cs typeface="DejaVu Sans"/>
              </a:defRPr>
            </a:defPPr>
            <a:lvl1pPr algn="r">
              <a:defRPr sz="1275" b="0">
                <a:solidFill>
                  <a:srgbClr val="8BD2D4"/>
                </a:solidFill>
                <a:latin typeface="DejaVu Sans"/>
                <a:ea typeface="DejaVu Sans"/>
                <a:cs typeface="DejaVu Sans"/>
              </a:defRPr>
            </a:lvl1pPr>
            <a:lvl2pPr algn="r">
              <a:defRPr sz="1275" b="0">
                <a:solidFill>
                  <a:srgbClr val="8BD2D4"/>
                </a:solidFill>
                <a:latin typeface="DejaVu Sans"/>
                <a:ea typeface="DejaVu Sans"/>
                <a:cs typeface="DejaVu Sans"/>
              </a:defRPr>
            </a:lvl2pPr>
            <a:lvl3pPr algn="r">
              <a:defRPr sz="1275" b="0">
                <a:solidFill>
                  <a:srgbClr val="8BD2D4"/>
                </a:solidFill>
                <a:latin typeface="DejaVu Sans"/>
                <a:ea typeface="DejaVu Sans"/>
                <a:cs typeface="DejaVu Sans"/>
              </a:defRPr>
            </a:lvl3pPr>
            <a:lvl4pPr algn="r">
              <a:defRPr sz="1275" b="0">
                <a:solidFill>
                  <a:srgbClr val="8BD2D4"/>
                </a:solidFill>
                <a:latin typeface="DejaVu Sans"/>
                <a:ea typeface="DejaVu Sans"/>
                <a:cs typeface="DejaVu Sans"/>
              </a:defRPr>
            </a:lvl4pPr>
            <a:lvl5pPr algn="r">
              <a:defRPr sz="1275" b="0">
                <a:solidFill>
                  <a:srgbClr val="8BD2D4"/>
                </a:solidFill>
                <a:latin typeface="DejaVu Sans"/>
                <a:ea typeface="DejaVu Sans"/>
                <a:cs typeface="DejaVu Sans"/>
              </a:defRPr>
            </a:lvl5pPr>
            <a:lvl6pPr algn="r">
              <a:defRPr sz="1275" b="0">
                <a:solidFill>
                  <a:srgbClr val="8BD2D4"/>
                </a:solidFill>
                <a:latin typeface="DejaVu Sans"/>
                <a:ea typeface="DejaVu Sans"/>
                <a:cs typeface="DejaVu Sans"/>
              </a:defRPr>
            </a:lvl6pPr>
            <a:lvl7pPr algn="r">
              <a:defRPr sz="1275" b="0">
                <a:solidFill>
                  <a:srgbClr val="8BD2D4"/>
                </a:solidFill>
                <a:latin typeface="DejaVu Sans"/>
                <a:ea typeface="DejaVu Sans"/>
                <a:cs typeface="DejaVu Sans"/>
              </a:defRPr>
            </a:lvl7pPr>
            <a:lvl8pPr algn="r">
              <a:defRPr sz="1275" b="0">
                <a:solidFill>
                  <a:srgbClr val="8BD2D4"/>
                </a:solidFill>
                <a:latin typeface="DejaVu Sans"/>
                <a:ea typeface="DejaVu Sans"/>
                <a:cs typeface="DejaVu Sans"/>
              </a:defRPr>
            </a:lvl8pPr>
            <a:lvl9pPr algn="r">
              <a:defRPr sz="1275" b="0">
                <a:solidFill>
                  <a:srgbClr val="8BD2D4"/>
                </a:solidFill>
                <a:latin typeface="DejaVu Sans"/>
                <a:ea typeface="DejaVu Sans"/>
                <a:cs typeface="DejaVu Sans"/>
              </a:defRPr>
            </a:lvl9pPr>
          </a:lstStyle>
          <a:p xmlns:a="http://schemas.openxmlformats.org/drawingml/2006/main">
            <a:pPr algn="r">
              <a:defRPr sz="1275" b="0">
                <a:solidFill>
                  <a:srgbClr val="8BD2D4"/>
                </a:solidFill>
                <a:latin typeface="DejaVu Sans"/>
                <a:ea typeface="DejaVu Sans"/>
                <a:cs typeface="DejaVu Sans"/>
              </a:defRPr>
            </a:pPr>
            <a:r>
              <a:rPr sz="1275" b="0">
                <a:solidFill>
                  <a:srgbClr val="8BD2D4"/>
                </a:solidFill>
                <a:latin typeface="DejaVu Sans"/>
                <a:ea typeface="DejaVu Sans"/>
                <a:cs typeface="DejaVu Sans"/>
              </a:rPr>
              <a:t>13</a:t>
            </a:r>
          </a:p>
        </p:txBody>
      </p:sp>
      <p:graphicFrame>
        <p:nvGraphicFramePr>
          <p:cNvPr id="3" name="">
            <a:extLst xmlns:a="http://schemas.openxmlformats.org/drawingml/2006/main">
              <a:ext uri="{FF2B5EF4-FFF2-40B4-BE49-F238E27FC236}">
                <a16:creationId xmlns:a16="http://schemas.microsoft.com/office/drawing/2014/main" id="{9EE5CEF3-3D41-4869-98D4-9B5707FA1BB3}"/>
              </a:ext>
            </a:extLst>
          </p:cNvPr>
          <p:cNvGraphicFramePr/>
          <p:nvPr/>
        </p:nvGraphicFramePr>
        <p:xfrm>
          <a:off xmlns:a="http://schemas.openxmlformats.org/drawingml/2006/main" x="666750" y="1543050"/>
          <a:ext xmlns:a="http://schemas.openxmlformats.org/drawingml/2006/main" cx="6762750" cy="3762375"/>
        </p:xfrm>
        <a:graphic xmlns:a="http://schemas.openxmlformats.org/drawingml/2006/main">
          <a:graphicData uri="http://schemas.openxmlformats.org/drawingml/2006/table">
            <a:tbl>
              <a:tblPr firstRow="1" bandRow="0"/>
              <a:tblGrid>
                <a:gridCol w="4619625"/>
                <a:gridCol w="2143125"/>
              </a:tblGrid>
              <a:tr h="627063">
                <a:tc>
                  <a:txBody>
                    <a:bodyPr lIns="123825" tIns="104775" rIns="123825" bIns="104775"/>
                    <a:lstStyle/>
                    <a:p>
                      <a:pPr algn="l"/>
                      <a:r>
                        <a:rPr sz="1725" b="1">
                          <a:solidFill>
                            <a:srgbClr val="F8FAF8"/>
                          </a:solidFill>
                          <a:latin typeface="DejaVu Sans"/>
                          <a:ea typeface="DejaVu Sans"/>
                          <a:cs typeface="DejaVu Sans"/>
                        </a:rPr>
                        <a:t>Recorded evidence</a:t>
                      </a:r>
                    </a:p>
                  </a:txBody>
                  <a:tcPr marL="91440" marR="91440" marT="45720" marB="45720" anchor="ctr">
                    <a:lnL w="6668">
                      <a:solidFill>
                        <a:srgbClr val="34515D"/>
                      </a:solidFill>
                      <a:prstDash val="solid"/>
                    </a:lnL>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c>
                  <a:txBody>
                    <a:bodyPr lIns="123825" tIns="104775" rIns="123825" bIns="104775"/>
                    <a:lstStyle/>
                    <a:p>
                      <a:pPr algn="l"/>
                      <a:r>
                        <a:rPr sz="1725" b="1">
                          <a:solidFill>
                            <a:srgbClr val="F8FAF8"/>
                          </a:solidFill>
                          <a:latin typeface="DejaVu Sans"/>
                          <a:ea typeface="DejaVu Sans"/>
                          <a:cs typeface="DejaVu Sans"/>
                        </a:rPr>
                        <a:t>Result</a:t>
                      </a:r>
                    </a:p>
                  </a:txBody>
                  <a:tcPr marL="91440" marR="91440" marT="45720" marB="45720" anchor="ctr">
                    <a:lnR w="6668">
                      <a:solidFill>
                        <a:srgbClr val="34515D"/>
                      </a:solidFill>
                      <a:prstDash val="solid"/>
                    </a:lnR>
                    <a:lnT w="6668">
                      <a:solidFill>
                        <a:srgbClr val="34515D"/>
                      </a:solidFill>
                      <a:prstDash val="solid"/>
                    </a:lnT>
                    <a:lnB w="6668">
                      <a:solidFill>
                        <a:srgbClr val="34515D"/>
                      </a:solidFill>
                      <a:prstDash val="solid"/>
                    </a:lnB>
                    <a:solidFill>
                      <a:srgbClr val="285565"/>
                    </a:solidFill>
                  </a:tcPr>
                </a:tc>
              </a:tr>
              <a:tr h="627063">
                <a:tc>
                  <a:txBody>
                    <a:bodyPr lIns="123825" tIns="104775" rIns="123825" bIns="104775"/>
                    <a:lstStyle/>
                    <a:p>
                      <a:pPr algn="l"/>
                      <a:r>
                        <a:rPr sz="1725" b="0">
                          <a:solidFill>
                            <a:srgbClr val="F8FAF8"/>
                          </a:solidFill>
                          <a:latin typeface="DejaVu Sans"/>
                          <a:ea typeface="DejaVu Sans"/>
                          <a:cs typeface="DejaVu Sans"/>
                        </a:rPr>
                        <a:t>Backend units, unchanged service</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276 passed</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r h="627063">
                <a:tc>
                  <a:txBody>
                    <a:bodyPr lIns="123825" tIns="104775" rIns="123825" bIns="104775"/>
                    <a:lstStyle/>
                    <a:p>
                      <a:pPr algn="l"/>
                      <a:r>
                        <a:rPr sz="1725" b="0">
                          <a:solidFill>
                            <a:srgbClr val="F8FAF8"/>
                          </a:solidFill>
                          <a:latin typeface="DejaVu Sans"/>
                          <a:ea typeface="DejaVu Sans"/>
                          <a:cs typeface="DejaVu Sans"/>
                        </a:rPr>
                        <a:t>PostGIS / API checks, reused</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33 passed</a:t>
                      </a:r>
                    </a:p>
                  </a:txBody>
                  <a:tcPr marL="91440" marR="91440" marT="45720" marB="45720" anchor="ctr">
                    <a:lnR w="6668">
                      <a:solidFill>
                        <a:srgbClr val="34515D"/>
                      </a:solidFill>
                      <a:prstDash val="solid"/>
                    </a:lnR>
                    <a:lnB w="6668">
                      <a:solidFill>
                        <a:srgbClr val="34515D"/>
                      </a:solidFill>
                      <a:prstDash val="solid"/>
                    </a:lnB>
                    <a:solidFill>
                      <a:srgbClr val="173949"/>
                    </a:solidFill>
                  </a:tcPr>
                </a:tc>
              </a:tr>
              <a:tr h="627063">
                <a:tc>
                  <a:txBody>
                    <a:bodyPr lIns="123825" tIns="104775" rIns="123825" bIns="104775"/>
                    <a:lstStyle/>
                    <a:p>
                      <a:pPr algn="l"/>
                      <a:r>
                        <a:rPr sz="1725" b="0">
                          <a:solidFill>
                            <a:srgbClr val="F8FAF8"/>
                          </a:solidFill>
                          <a:latin typeface="DejaVu Sans"/>
                          <a:ea typeface="DejaVu Sans"/>
                          <a:cs typeface="DejaVu Sans"/>
                        </a:rPr>
                        <a:t>Frontend unit suite</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76 passed</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r h="627063">
                <a:tc>
                  <a:txBody>
                    <a:bodyPr lIns="123825" tIns="104775" rIns="123825" bIns="104775"/>
                    <a:lstStyle/>
                    <a:p>
                      <a:pPr algn="l"/>
                      <a:r>
                        <a:rPr sz="1725" b="0">
                          <a:solidFill>
                            <a:srgbClr val="F8FAF8"/>
                          </a:solidFill>
                          <a:latin typeface="DejaVu Sans"/>
                          <a:ea typeface="DejaVu Sans"/>
                          <a:cs typeface="DejaVu Sans"/>
                        </a:rPr>
                        <a:t>Source browser cases across runs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73949"/>
                    </a:solidFill>
                  </a:tcPr>
                </a:tc>
                <a:tc>
                  <a:txBody>
                    <a:bodyPr lIns="123825" tIns="104775" rIns="123825" bIns="104775"/>
                    <a:lstStyle/>
                    <a:p>
                      <a:pPr algn="l"/>
                      <a:r>
                        <a:rPr sz="1725" b="0">
                          <a:solidFill>
                            <a:srgbClr val="F8FAF8"/>
                          </a:solidFill>
                          <a:latin typeface="DejaVu Sans"/>
                          <a:ea typeface="DejaVu Sans"/>
                          <a:cs typeface="DejaVu Sans"/>
                        </a:rPr>
                        <a:t>91 passed, 1 skip</a:t>
                      </a:r>
                    </a:p>
                  </a:txBody>
                  <a:tcPr marL="91440" marR="91440" marT="45720" marB="45720" anchor="ctr">
                    <a:lnR w="6668">
                      <a:solidFill>
                        <a:srgbClr val="34515D"/>
                      </a:solidFill>
                      <a:prstDash val="solid"/>
                    </a:lnR>
                    <a:lnB w="6668">
                      <a:solidFill>
                        <a:srgbClr val="34515D"/>
                      </a:solidFill>
                      <a:prstDash val="solid"/>
                    </a:lnB>
                    <a:solidFill>
                      <a:srgbClr val="173949"/>
                    </a:solidFill>
                  </a:tcPr>
                </a:tc>
              </a:tr>
              <a:tr h="627063">
                <a:tc>
                  <a:txBody>
                    <a:bodyPr lIns="123825" tIns="104775" rIns="123825" bIns="104775"/>
                    <a:lstStyle/>
                    <a:p>
                      <a:pPr algn="l"/>
                      <a:r>
                        <a:rPr sz="1725" b="0">
                          <a:solidFill>
                            <a:srgbClr val="F8FAF8"/>
                          </a:solidFill>
                          <a:latin typeface="DejaVu Sans"/>
                          <a:ea typeface="DejaVu Sans"/>
                          <a:cs typeface="DejaVu Sans"/>
                        </a:rPr>
                        <a:t>Built Docker browser journeys</a:t>
                      </a:r>
                    </a:p>
                  </a:txBody>
                  <a:tcPr marL="91440" marR="91440" marT="45720" marB="45720" anchor="ctr">
                    <a:lnL w="6668">
                      <a:solidFill>
                        <a:srgbClr val="34515D"/>
                      </a:solidFill>
                      <a:prstDash val="solid"/>
                    </a:lnL>
                    <a:lnR w="6668">
                      <a:solidFill>
                        <a:srgbClr val="34515D"/>
                      </a:solidFill>
                      <a:prstDash val="solid"/>
                    </a:lnR>
                    <a:lnB w="6668">
                      <a:solidFill>
                        <a:srgbClr val="34515D"/>
                      </a:solidFill>
                      <a:prstDash val="solid"/>
                    </a:lnB>
                    <a:solidFill>
                      <a:srgbClr val="122F3E"/>
                    </a:solidFill>
                  </a:tcPr>
                </a:tc>
                <a:tc>
                  <a:txBody>
                    <a:bodyPr lIns="123825" tIns="104775" rIns="123825" bIns="104775"/>
                    <a:lstStyle/>
                    <a:p>
                      <a:pPr algn="l"/>
                      <a:r>
                        <a:rPr sz="1725" b="0">
                          <a:solidFill>
                            <a:srgbClr val="F8FAF8"/>
                          </a:solidFill>
                          <a:latin typeface="DejaVu Sans"/>
                          <a:ea typeface="DejaVu Sans"/>
                          <a:cs typeface="DejaVu Sans"/>
                        </a:rPr>
                        <a:t>75 passed, 1 skip</a:t>
                      </a:r>
                    </a:p>
                  </a:txBody>
                  <a:tcPr marL="91440" marR="91440" marT="45720" marB="45720" anchor="ctr">
                    <a:lnR w="6668">
                      <a:solidFill>
                        <a:srgbClr val="34515D"/>
                      </a:solidFill>
                      <a:prstDash val="solid"/>
                    </a:lnR>
                    <a:lnB w="6668">
                      <a:solidFill>
                        <a:srgbClr val="34515D"/>
                      </a:solidFill>
                      <a:prstDash val="solid"/>
                    </a:lnB>
                    <a:solidFill>
                      <a:srgbClr val="122F3E"/>
                    </a:solidFill>
                  </a:tcPr>
                </a:tc>
              </a:tr>
            </a:tbl>
          </a:graphicData>
        </a:graphic>
      </p:graphicFrame>
      <p:sp>
        <p:nvSpPr>
          <p:cNvPr id="4" name="text-2">
            <a:extLst xmlns:a="http://schemas.openxmlformats.org/drawingml/2006/main">
              <a:ext uri="{FF2B5EF4-FFF2-40B4-BE49-F238E27FC236}">
                <a16:creationId xmlns:a16="http://schemas.microsoft.com/office/drawing/2014/main" id="{FA28999F-C5A0-4981-9B88-2EBA14D9C01D}"/>
              </a:ext>
            </a:extLst>
          </p:cNvPr>
          <p:cNvSpPr>
            <a:spLocks xmlns:a="http://schemas.openxmlformats.org/drawingml/2006/main" noGrp="1"/>
          </p:cNvSpPr>
          <p:nvPr/>
        </p:nvSpPr>
        <p:spPr>
          <a:xfrm xmlns:a="http://schemas.openxmlformats.org/drawingml/2006/main">
            <a:off x="8239125" y="1562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8BD2D4"/>
                </a:solidFill>
                <a:latin typeface="DejaVu Sans"/>
                <a:ea typeface="DejaVu Sans"/>
                <a:cs typeface="DejaVu Sans"/>
              </a:defRPr>
            </a:defPPr>
            <a:lvl1pPr algn="l">
              <a:defRPr sz="2175" b="1">
                <a:solidFill>
                  <a:srgbClr val="8BD2D4"/>
                </a:solidFill>
                <a:latin typeface="DejaVu Sans"/>
                <a:ea typeface="DejaVu Sans"/>
                <a:cs typeface="DejaVu Sans"/>
              </a:defRPr>
            </a:lvl1pPr>
            <a:lvl2pPr algn="l">
              <a:defRPr sz="2175" b="1">
                <a:solidFill>
                  <a:srgbClr val="8BD2D4"/>
                </a:solidFill>
                <a:latin typeface="DejaVu Sans"/>
                <a:ea typeface="DejaVu Sans"/>
                <a:cs typeface="DejaVu Sans"/>
              </a:defRPr>
            </a:lvl2pPr>
            <a:lvl3pPr algn="l">
              <a:defRPr sz="2175" b="1">
                <a:solidFill>
                  <a:srgbClr val="8BD2D4"/>
                </a:solidFill>
                <a:latin typeface="DejaVu Sans"/>
                <a:ea typeface="DejaVu Sans"/>
                <a:cs typeface="DejaVu Sans"/>
              </a:defRPr>
            </a:lvl3pPr>
            <a:lvl4pPr algn="l">
              <a:defRPr sz="2175" b="1">
                <a:solidFill>
                  <a:srgbClr val="8BD2D4"/>
                </a:solidFill>
                <a:latin typeface="DejaVu Sans"/>
                <a:ea typeface="DejaVu Sans"/>
                <a:cs typeface="DejaVu Sans"/>
              </a:defRPr>
            </a:lvl4pPr>
            <a:lvl5pPr algn="l">
              <a:defRPr sz="2175" b="1">
                <a:solidFill>
                  <a:srgbClr val="8BD2D4"/>
                </a:solidFill>
                <a:latin typeface="DejaVu Sans"/>
                <a:ea typeface="DejaVu Sans"/>
                <a:cs typeface="DejaVu Sans"/>
              </a:defRPr>
            </a:lvl5pPr>
            <a:lvl6pPr algn="l">
              <a:defRPr sz="2175" b="1">
                <a:solidFill>
                  <a:srgbClr val="8BD2D4"/>
                </a:solidFill>
                <a:latin typeface="DejaVu Sans"/>
                <a:ea typeface="DejaVu Sans"/>
                <a:cs typeface="DejaVu Sans"/>
              </a:defRPr>
            </a:lvl6pPr>
            <a:lvl7pPr algn="l">
              <a:defRPr sz="2175" b="1">
                <a:solidFill>
                  <a:srgbClr val="8BD2D4"/>
                </a:solidFill>
                <a:latin typeface="DejaVu Sans"/>
                <a:ea typeface="DejaVu Sans"/>
                <a:cs typeface="DejaVu Sans"/>
              </a:defRPr>
            </a:lvl7pPr>
            <a:lvl8pPr algn="l">
              <a:defRPr sz="2175" b="1">
                <a:solidFill>
                  <a:srgbClr val="8BD2D4"/>
                </a:solidFill>
                <a:latin typeface="DejaVu Sans"/>
                <a:ea typeface="DejaVu Sans"/>
                <a:cs typeface="DejaVu Sans"/>
              </a:defRPr>
            </a:lvl8pPr>
            <a:lvl9pPr algn="l">
              <a:defRPr sz="2175" b="1">
                <a:solidFill>
                  <a:srgbClr val="8BD2D4"/>
                </a:solidFill>
                <a:latin typeface="DejaVu Sans"/>
                <a:ea typeface="DejaVu Sans"/>
                <a:cs typeface="DejaVu Sans"/>
              </a:defRPr>
            </a:lvl9pPr>
          </a:lstStyle>
          <a:p xmlns:a="http://schemas.openxmlformats.org/drawingml/2006/main">
            <a:pPr algn="l">
              <a:defRPr sz="2175" b="1">
                <a:solidFill>
                  <a:srgbClr val="8BD2D4"/>
                </a:solidFill>
                <a:latin typeface="DejaVu Sans"/>
                <a:ea typeface="DejaVu Sans"/>
                <a:cs typeface="DejaVu Sans"/>
              </a:defRPr>
            </a:pPr>
            <a:r>
              <a:rPr sz="2175" b="1">
                <a:solidFill>
                  <a:srgbClr val="8BD2D4"/>
                </a:solidFill>
                <a:latin typeface="DejaVu Sans"/>
                <a:ea typeface="DejaVu Sans"/>
                <a:cs typeface="DejaVu Sans"/>
              </a:rPr>
              <a:t>Live demo sequence</a:t>
            </a:r>
          </a:p>
        </p:txBody>
      </p:sp>
      <p:sp>
        <p:nvSpPr>
          <p:cNvPr id="5" name="text-3">
            <a:extLst xmlns:a="http://schemas.openxmlformats.org/drawingml/2006/main">
              <a:ext uri="{FF2B5EF4-FFF2-40B4-BE49-F238E27FC236}">
                <a16:creationId xmlns:a16="http://schemas.microsoft.com/office/drawing/2014/main" id="{04F359D4-EDCF-466D-B2FA-8DFDE62598AB}"/>
              </a:ext>
            </a:extLst>
          </p:cNvPr>
          <p:cNvSpPr>
            <a:spLocks xmlns:a="http://schemas.openxmlformats.org/drawingml/2006/main" noGrp="1"/>
          </p:cNvSpPr>
          <p:nvPr/>
        </p:nvSpPr>
        <p:spPr>
          <a:xfrm xmlns:a="http://schemas.openxmlformats.org/drawingml/2006/main">
            <a:off x="8258175" y="2114550"/>
            <a:ext cx="4714875"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8FAF8"/>
                </a:solidFill>
                <a:latin typeface="DejaVu Sans"/>
                <a:ea typeface="DejaVu Sans"/>
                <a:cs typeface="DejaVu Sans"/>
              </a:defRPr>
            </a:defPPr>
            <a:lvl1pPr algn="l">
              <a:defRPr sz="1875" b="0">
                <a:solidFill>
                  <a:srgbClr val="F8FAF8"/>
                </a:solidFill>
                <a:latin typeface="DejaVu Sans"/>
                <a:ea typeface="DejaVu Sans"/>
                <a:cs typeface="DejaVu Sans"/>
              </a:defRPr>
            </a:lvl1pPr>
            <a:lvl2pPr algn="l">
              <a:defRPr sz="1875" b="0">
                <a:solidFill>
                  <a:srgbClr val="F8FAF8"/>
                </a:solidFill>
                <a:latin typeface="DejaVu Sans"/>
                <a:ea typeface="DejaVu Sans"/>
                <a:cs typeface="DejaVu Sans"/>
              </a:defRPr>
            </a:lvl2pPr>
            <a:lvl3pPr algn="l">
              <a:defRPr sz="1875" b="0">
                <a:solidFill>
                  <a:srgbClr val="F8FAF8"/>
                </a:solidFill>
                <a:latin typeface="DejaVu Sans"/>
                <a:ea typeface="DejaVu Sans"/>
                <a:cs typeface="DejaVu Sans"/>
              </a:defRPr>
            </a:lvl3pPr>
            <a:lvl4pPr algn="l">
              <a:defRPr sz="1875" b="0">
                <a:solidFill>
                  <a:srgbClr val="F8FAF8"/>
                </a:solidFill>
                <a:latin typeface="DejaVu Sans"/>
                <a:ea typeface="DejaVu Sans"/>
                <a:cs typeface="DejaVu Sans"/>
              </a:defRPr>
            </a:lvl4pPr>
            <a:lvl5pPr algn="l">
              <a:defRPr sz="1875" b="0">
                <a:solidFill>
                  <a:srgbClr val="F8FAF8"/>
                </a:solidFill>
                <a:latin typeface="DejaVu Sans"/>
                <a:ea typeface="DejaVu Sans"/>
                <a:cs typeface="DejaVu Sans"/>
              </a:defRPr>
            </a:lvl5pPr>
            <a:lvl6pPr algn="l">
              <a:defRPr sz="1875" b="0">
                <a:solidFill>
                  <a:srgbClr val="F8FAF8"/>
                </a:solidFill>
                <a:latin typeface="DejaVu Sans"/>
                <a:ea typeface="DejaVu Sans"/>
                <a:cs typeface="DejaVu Sans"/>
              </a:defRPr>
            </a:lvl6pPr>
            <a:lvl7pPr algn="l">
              <a:defRPr sz="1875" b="0">
                <a:solidFill>
                  <a:srgbClr val="F8FAF8"/>
                </a:solidFill>
                <a:latin typeface="DejaVu Sans"/>
                <a:ea typeface="DejaVu Sans"/>
                <a:cs typeface="DejaVu Sans"/>
              </a:defRPr>
            </a:lvl7pPr>
            <a:lvl8pPr algn="l">
              <a:defRPr sz="1875" b="0">
                <a:solidFill>
                  <a:srgbClr val="F8FAF8"/>
                </a:solidFill>
                <a:latin typeface="DejaVu Sans"/>
                <a:ea typeface="DejaVu Sans"/>
                <a:cs typeface="DejaVu Sans"/>
              </a:defRPr>
            </a:lvl8pPr>
            <a:lvl9pPr algn="l">
              <a:defRPr sz="1875" b="0">
                <a:solidFill>
                  <a:srgbClr val="F8FAF8"/>
                </a:solidFill>
                <a:latin typeface="DejaVu Sans"/>
                <a:ea typeface="DejaVu Sans"/>
                <a:cs typeface="DejaVu Sans"/>
              </a:defRPr>
            </a:lvl9pPr>
          </a:lstStyle>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1. MUJ metric route: about 513 m</a:t>
            </a:r>
          </a:p>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2. Directions only: about 799 m</a:t>
            </a:r>
          </a:p>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3. Indoor A to Library: 3 traversals</a:t>
            </a:r>
          </a:p>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4. Indoor A to C: 9 with stairs</a:t>
            </a:r>
          </a:p>
          <a:p xmlns:a="http://schemas.openxmlformats.org/drawingml/2006/main">
            <a:pPr algn="l">
              <a:defRPr sz="1875" b="0">
                <a:solidFill>
                  <a:srgbClr val="F8FAF8"/>
                </a:solidFill>
                <a:latin typeface="DejaVu Sans"/>
                <a:ea typeface="DejaVu Sans"/>
                <a:cs typeface="DejaVu Sans"/>
              </a:defRPr>
            </a:pPr>
            <a:r>
              <a:rPr sz="1875" b="0">
                <a:solidFill>
                  <a:srgbClr val="F8FAF8"/>
                </a:solidFill>
                <a:latin typeface="DejaVu Sans"/>
                <a:ea typeface="DejaVu Sans"/>
                <a:cs typeface="DejaVu Sans"/>
              </a:rPr>
              <a:t>5. Isolated room: no route</a:t>
            </a:r>
          </a:p>
        </p:txBody>
      </p:sp>
      <p:sp>
        <p:nvSpPr>
          <p:cNvPr id="6" name="text-4">
            <a:extLst xmlns:a="http://schemas.openxmlformats.org/drawingml/2006/main">
              <a:ext uri="{FF2B5EF4-FFF2-40B4-BE49-F238E27FC236}">
                <a16:creationId xmlns:a16="http://schemas.microsoft.com/office/drawing/2014/main" id="{D4ADB7BD-F641-4B21-912B-1189F53FFA72}"/>
              </a:ext>
            </a:extLst>
          </p:cNvPr>
          <p:cNvSpPr>
            <a:spLocks xmlns:a="http://schemas.openxmlformats.org/drawingml/2006/main" noGrp="1"/>
          </p:cNvSpPr>
          <p:nvPr/>
        </p:nvSpPr>
        <p:spPr>
          <a:xfrm xmlns:a="http://schemas.openxmlformats.org/drawingml/2006/main">
            <a:off x="742950" y="5734050"/>
            <a:ext cx="1190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8BD2D4"/>
                </a:solidFill>
                <a:latin typeface="DejaVu Sans"/>
                <a:ea typeface="DejaVu Sans"/>
                <a:cs typeface="DejaVu Sans"/>
              </a:defRPr>
            </a:defPPr>
            <a:lvl1pPr algn="l">
              <a:defRPr sz="2175" b="1">
                <a:solidFill>
                  <a:srgbClr val="8BD2D4"/>
                </a:solidFill>
                <a:latin typeface="DejaVu Sans"/>
                <a:ea typeface="DejaVu Sans"/>
                <a:cs typeface="DejaVu Sans"/>
              </a:defRPr>
            </a:lvl1pPr>
            <a:lvl2pPr algn="l">
              <a:defRPr sz="2175" b="1">
                <a:solidFill>
                  <a:srgbClr val="8BD2D4"/>
                </a:solidFill>
                <a:latin typeface="DejaVu Sans"/>
                <a:ea typeface="DejaVu Sans"/>
                <a:cs typeface="DejaVu Sans"/>
              </a:defRPr>
            </a:lvl2pPr>
            <a:lvl3pPr algn="l">
              <a:defRPr sz="2175" b="1">
                <a:solidFill>
                  <a:srgbClr val="8BD2D4"/>
                </a:solidFill>
                <a:latin typeface="DejaVu Sans"/>
                <a:ea typeface="DejaVu Sans"/>
                <a:cs typeface="DejaVu Sans"/>
              </a:defRPr>
            </a:lvl3pPr>
            <a:lvl4pPr algn="l">
              <a:defRPr sz="2175" b="1">
                <a:solidFill>
                  <a:srgbClr val="8BD2D4"/>
                </a:solidFill>
                <a:latin typeface="DejaVu Sans"/>
                <a:ea typeface="DejaVu Sans"/>
                <a:cs typeface="DejaVu Sans"/>
              </a:defRPr>
            </a:lvl4pPr>
            <a:lvl5pPr algn="l">
              <a:defRPr sz="2175" b="1">
                <a:solidFill>
                  <a:srgbClr val="8BD2D4"/>
                </a:solidFill>
                <a:latin typeface="DejaVu Sans"/>
                <a:ea typeface="DejaVu Sans"/>
                <a:cs typeface="DejaVu Sans"/>
              </a:defRPr>
            </a:lvl5pPr>
            <a:lvl6pPr algn="l">
              <a:defRPr sz="2175" b="1">
                <a:solidFill>
                  <a:srgbClr val="8BD2D4"/>
                </a:solidFill>
                <a:latin typeface="DejaVu Sans"/>
                <a:ea typeface="DejaVu Sans"/>
                <a:cs typeface="DejaVu Sans"/>
              </a:defRPr>
            </a:lvl6pPr>
            <a:lvl7pPr algn="l">
              <a:defRPr sz="2175" b="1">
                <a:solidFill>
                  <a:srgbClr val="8BD2D4"/>
                </a:solidFill>
                <a:latin typeface="DejaVu Sans"/>
                <a:ea typeface="DejaVu Sans"/>
                <a:cs typeface="DejaVu Sans"/>
              </a:defRPr>
            </a:lvl7pPr>
            <a:lvl8pPr algn="l">
              <a:defRPr sz="2175" b="1">
                <a:solidFill>
                  <a:srgbClr val="8BD2D4"/>
                </a:solidFill>
                <a:latin typeface="DejaVu Sans"/>
                <a:ea typeface="DejaVu Sans"/>
                <a:cs typeface="DejaVu Sans"/>
              </a:defRPr>
            </a:lvl8pPr>
            <a:lvl9pPr algn="l">
              <a:defRPr sz="2175" b="1">
                <a:solidFill>
                  <a:srgbClr val="8BD2D4"/>
                </a:solidFill>
                <a:latin typeface="DejaVu Sans"/>
                <a:ea typeface="DejaVu Sans"/>
                <a:cs typeface="DejaVu Sans"/>
              </a:defRPr>
            </a:lvl9pPr>
          </a:lstStyle>
          <a:p xmlns:a="http://schemas.openxmlformats.org/drawingml/2006/main">
            <a:pPr algn="l">
              <a:defRPr sz="2175" b="1">
                <a:solidFill>
                  <a:srgbClr val="8BD2D4"/>
                </a:solidFill>
                <a:latin typeface="DejaVu Sans"/>
                <a:ea typeface="DejaVu Sans"/>
                <a:cs typeface="DejaVu Sans"/>
              </a:defRPr>
            </a:pPr>
            <a:r>
              <a:rPr sz="2175" b="1">
                <a:solidFill>
                  <a:srgbClr val="8BD2D4"/>
                </a:solidFill>
                <a:latin typeface="DejaVu Sans"/>
                <a:ea typeface="DejaVu Sans"/>
                <a:cs typeface="DejaVu Sans"/>
              </a:rPr>
              <a:t>Focused graph audit</a:t>
            </a:r>
          </a:p>
        </p:txBody>
      </p:sp>
      <p:sp>
        <p:nvSpPr>
          <p:cNvPr id="7" name="text-5">
            <a:extLst xmlns:a="http://schemas.openxmlformats.org/drawingml/2006/main">
              <a:ext uri="{FF2B5EF4-FFF2-40B4-BE49-F238E27FC236}">
                <a16:creationId xmlns:a16="http://schemas.microsoft.com/office/drawing/2014/main" id="{F51E5756-BB6E-4F4B-BA9D-2F6EBEA35DBB}"/>
              </a:ext>
            </a:extLst>
          </p:cNvPr>
          <p:cNvSpPr>
            <a:spLocks xmlns:a="http://schemas.openxmlformats.org/drawingml/2006/main" noGrp="1"/>
          </p:cNvSpPr>
          <p:nvPr/>
        </p:nvSpPr>
        <p:spPr>
          <a:xfrm xmlns:a="http://schemas.openxmlformats.org/drawingml/2006/main">
            <a:off x="752475" y="6267450"/>
            <a:ext cx="11953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E3AF69"/>
                </a:solidFill>
                <a:latin typeface="DejaVu Sans"/>
                <a:ea typeface="DejaVu Sans"/>
                <a:cs typeface="DejaVu Sans"/>
              </a:defRPr>
            </a:defPPr>
            <a:lvl1pPr algn="l">
              <a:defRPr sz="2175" b="1">
                <a:solidFill>
                  <a:srgbClr val="E3AF69"/>
                </a:solidFill>
                <a:latin typeface="DejaVu Sans"/>
                <a:ea typeface="DejaVu Sans"/>
                <a:cs typeface="DejaVu Sans"/>
              </a:defRPr>
            </a:lvl1pPr>
            <a:lvl2pPr algn="l">
              <a:defRPr sz="2175" b="1">
                <a:solidFill>
                  <a:srgbClr val="E3AF69"/>
                </a:solidFill>
                <a:latin typeface="DejaVu Sans"/>
                <a:ea typeface="DejaVu Sans"/>
                <a:cs typeface="DejaVu Sans"/>
              </a:defRPr>
            </a:lvl2pPr>
            <a:lvl3pPr algn="l">
              <a:defRPr sz="2175" b="1">
                <a:solidFill>
                  <a:srgbClr val="E3AF69"/>
                </a:solidFill>
                <a:latin typeface="DejaVu Sans"/>
                <a:ea typeface="DejaVu Sans"/>
                <a:cs typeface="DejaVu Sans"/>
              </a:defRPr>
            </a:lvl3pPr>
            <a:lvl4pPr algn="l">
              <a:defRPr sz="2175" b="1">
                <a:solidFill>
                  <a:srgbClr val="E3AF69"/>
                </a:solidFill>
                <a:latin typeface="DejaVu Sans"/>
                <a:ea typeface="DejaVu Sans"/>
                <a:cs typeface="DejaVu Sans"/>
              </a:defRPr>
            </a:lvl4pPr>
            <a:lvl5pPr algn="l">
              <a:defRPr sz="2175" b="1">
                <a:solidFill>
                  <a:srgbClr val="E3AF69"/>
                </a:solidFill>
                <a:latin typeface="DejaVu Sans"/>
                <a:ea typeface="DejaVu Sans"/>
                <a:cs typeface="DejaVu Sans"/>
              </a:defRPr>
            </a:lvl5pPr>
            <a:lvl6pPr algn="l">
              <a:defRPr sz="2175" b="1">
                <a:solidFill>
                  <a:srgbClr val="E3AF69"/>
                </a:solidFill>
                <a:latin typeface="DejaVu Sans"/>
                <a:ea typeface="DejaVu Sans"/>
                <a:cs typeface="DejaVu Sans"/>
              </a:defRPr>
            </a:lvl6pPr>
            <a:lvl7pPr algn="l">
              <a:defRPr sz="2175" b="1">
                <a:solidFill>
                  <a:srgbClr val="E3AF69"/>
                </a:solidFill>
                <a:latin typeface="DejaVu Sans"/>
                <a:ea typeface="DejaVu Sans"/>
                <a:cs typeface="DejaVu Sans"/>
              </a:defRPr>
            </a:lvl7pPr>
            <a:lvl8pPr algn="l">
              <a:defRPr sz="2175" b="1">
                <a:solidFill>
                  <a:srgbClr val="E3AF69"/>
                </a:solidFill>
                <a:latin typeface="DejaVu Sans"/>
                <a:ea typeface="DejaVu Sans"/>
                <a:cs typeface="DejaVu Sans"/>
              </a:defRPr>
            </a:lvl8pPr>
            <a:lvl9pPr algn="l">
              <a:defRPr sz="2175" b="1">
                <a:solidFill>
                  <a:srgbClr val="E3AF69"/>
                </a:solidFill>
                <a:latin typeface="DejaVu Sans"/>
                <a:ea typeface="DejaVu Sans"/>
                <a:cs typeface="DejaVu Sans"/>
              </a:defRPr>
            </a:lvl9pPr>
          </a:lstStyle>
          <a:p xmlns:a="http://schemas.openxmlformats.org/drawingml/2006/main">
            <a:pPr algn="l">
              <a:defRPr sz="2175" b="1">
                <a:solidFill>
                  <a:srgbClr val="E3AF69"/>
                </a:solidFill>
                <a:latin typeface="DejaVu Sans"/>
                <a:ea typeface="DejaVu Sans"/>
                <a:cs typeface="DejaVu Sans"/>
              </a:defRPr>
            </a:pPr>
            <a:r>
              <a:rPr sz="2175" b="1">
                <a:solidFill>
                  <a:srgbClr val="E3AF69"/>
                </a:solidFill>
                <a:latin typeface="DejaVu Sans"/>
                <a:ea typeface="DejaVu Sans"/>
                <a:cs typeface="DejaVu Sans"/>
              </a:rPr>
              <a:t>All 49 room pairs matched independent BFS. The worked weighted path returned cost 10.</a:t>
            </a:r>
          </a:p>
        </p:txBody>
      </p:sp>
      <p:sp>
        <p:nvSpPr>
          <p:cNvPr id="8" name="text-6">
            <a:extLst xmlns:a="http://schemas.openxmlformats.org/drawingml/2006/main">
              <a:ext uri="{FF2B5EF4-FFF2-40B4-BE49-F238E27FC236}">
                <a16:creationId xmlns:a16="http://schemas.microsoft.com/office/drawing/2014/main" id="{DDFFA587-A071-45D2-866D-D089AC30A0AE}"/>
              </a:ext>
            </a:extLst>
          </p:cNvPr>
          <p:cNvSpPr>
            <a:spLocks xmlns:a="http://schemas.openxmlformats.org/drawingml/2006/main" noGrp="1"/>
          </p:cNvSpPr>
          <p:nvPr/>
        </p:nvSpPr>
        <p:spPr>
          <a:xfrm xmlns:a="http://schemas.openxmlformats.org/drawingml/2006/main">
            <a:off x="752475" y="7067550"/>
            <a:ext cx="11763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BD2D4"/>
                </a:solidFill>
                <a:latin typeface="DejaVu Sans"/>
                <a:ea typeface="DejaVu Sans"/>
                <a:cs typeface="DejaVu Sans"/>
              </a:defRPr>
            </a:defPPr>
            <a:lvl1pPr algn="l">
              <a:defRPr sz="1350" b="0">
                <a:solidFill>
                  <a:srgbClr val="8BD2D4"/>
                </a:solidFill>
                <a:latin typeface="DejaVu Sans"/>
                <a:ea typeface="DejaVu Sans"/>
                <a:cs typeface="DejaVu Sans"/>
              </a:defRPr>
            </a:lvl1pPr>
            <a:lvl2pPr algn="l">
              <a:defRPr sz="1350" b="0">
                <a:solidFill>
                  <a:srgbClr val="8BD2D4"/>
                </a:solidFill>
                <a:latin typeface="DejaVu Sans"/>
                <a:ea typeface="DejaVu Sans"/>
                <a:cs typeface="DejaVu Sans"/>
              </a:defRPr>
            </a:lvl2pPr>
            <a:lvl3pPr algn="l">
              <a:defRPr sz="1350" b="0">
                <a:solidFill>
                  <a:srgbClr val="8BD2D4"/>
                </a:solidFill>
                <a:latin typeface="DejaVu Sans"/>
                <a:ea typeface="DejaVu Sans"/>
                <a:cs typeface="DejaVu Sans"/>
              </a:defRPr>
            </a:lvl3pPr>
            <a:lvl4pPr algn="l">
              <a:defRPr sz="1350" b="0">
                <a:solidFill>
                  <a:srgbClr val="8BD2D4"/>
                </a:solidFill>
                <a:latin typeface="DejaVu Sans"/>
                <a:ea typeface="DejaVu Sans"/>
                <a:cs typeface="DejaVu Sans"/>
              </a:defRPr>
            </a:lvl4pPr>
            <a:lvl5pPr algn="l">
              <a:defRPr sz="1350" b="0">
                <a:solidFill>
                  <a:srgbClr val="8BD2D4"/>
                </a:solidFill>
                <a:latin typeface="DejaVu Sans"/>
                <a:ea typeface="DejaVu Sans"/>
                <a:cs typeface="DejaVu Sans"/>
              </a:defRPr>
            </a:lvl5pPr>
            <a:lvl6pPr algn="l">
              <a:defRPr sz="1350" b="0">
                <a:solidFill>
                  <a:srgbClr val="8BD2D4"/>
                </a:solidFill>
                <a:latin typeface="DejaVu Sans"/>
                <a:ea typeface="DejaVu Sans"/>
                <a:cs typeface="DejaVu Sans"/>
              </a:defRPr>
            </a:lvl6pPr>
            <a:lvl7pPr algn="l">
              <a:defRPr sz="1350" b="0">
                <a:solidFill>
                  <a:srgbClr val="8BD2D4"/>
                </a:solidFill>
                <a:latin typeface="DejaVu Sans"/>
                <a:ea typeface="DejaVu Sans"/>
                <a:cs typeface="DejaVu Sans"/>
              </a:defRPr>
            </a:lvl7pPr>
            <a:lvl8pPr algn="l">
              <a:defRPr sz="1350" b="0">
                <a:solidFill>
                  <a:srgbClr val="8BD2D4"/>
                </a:solidFill>
                <a:latin typeface="DejaVu Sans"/>
                <a:ea typeface="DejaVu Sans"/>
                <a:cs typeface="DejaVu Sans"/>
              </a:defRPr>
            </a:lvl8pPr>
            <a:lvl9pPr algn="l">
              <a:defRPr sz="1350" b="0">
                <a:solidFill>
                  <a:srgbClr val="8BD2D4"/>
                </a:solidFill>
                <a:latin typeface="DejaVu Sans"/>
                <a:ea typeface="DejaVu Sans"/>
                <a:cs typeface="DejaVu Sans"/>
              </a:defRPr>
            </a:lvl9pPr>
          </a:lstStyle>
          <a:p xmlns:a="http://schemas.openxmlformats.org/drawingml/2006/main">
            <a:pPr algn="l">
              <a:defRPr sz="1350" b="0">
                <a:solidFill>
                  <a:srgbClr val="8BD2D4"/>
                </a:solidFill>
                <a:latin typeface="DejaVu Sans"/>
                <a:ea typeface="DejaVu Sans"/>
                <a:cs typeface="DejaVu Sans"/>
              </a:defRPr>
            </a:pPr>
            <a:r>
              <a:rPr sz="1350" b="0">
                <a:solidFill>
                  <a:srgbClr val="8BD2D4"/>
                </a:solidFill>
                <a:latin typeface="DejaVu Sans"/>
                <a:ea typeface="DejaVu Sans"/>
                <a:cs typeface="DejaVu Sans"/>
              </a:rPr>
              <a:t>Recorded cloud evidence. Physical access, real GPS and current Windows state need separate checks.</a:t>
            </a:r>
          </a:p>
        </p:txBody>
      </p:sp>
    </p:spTree>
    <p:extLst>
      <p:ext uri="{BB962C8B-B14F-4D97-AF65-F5344CB8AC3E}">
        <p14:creationId xmlns:p14="http://schemas.microsoft.com/office/powerpoint/2010/main" val="947283026"/>
      </p:ext>
    </p:extLst>
  </p:cSld>
</p:sld>
</file>

<file path=ppt/slides/slide1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A32BE46D-D9FA-4108-ACE2-EC0E36C08C7E}"/>
              </a:ext>
            </a:extLst>
          </p:cNvPr>
          <p:cNvSpPr>
            <a:spLocks xmlns:a="http://schemas.openxmlformats.org/drawingml/2006/main" noGrp="1"/>
          </p:cNvSpPr>
          <p:nvPr/>
        </p:nvSpPr>
        <p:spPr>
          <a:xfrm xmlns:a="http://schemas.openxmlformats.org/drawingml/2006/main">
            <a:off x="666750" y="381000"/>
            <a:ext cx="12287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122D3B"/>
                </a:solidFill>
                <a:latin typeface="Bitstream Charter"/>
                <a:ea typeface="Bitstream Charter"/>
                <a:cs typeface="Bitstream Charter"/>
              </a:defRPr>
            </a:defPPr>
            <a:lvl1pPr algn="l">
              <a:defRPr sz="3975" b="1">
                <a:solidFill>
                  <a:srgbClr val="122D3B"/>
                </a:solidFill>
                <a:latin typeface="Bitstream Charter"/>
                <a:ea typeface="Bitstream Charter"/>
                <a:cs typeface="Bitstream Charter"/>
              </a:defRPr>
            </a:lvl1pPr>
            <a:lvl2pPr algn="l">
              <a:defRPr sz="3975" b="1">
                <a:solidFill>
                  <a:srgbClr val="122D3B"/>
                </a:solidFill>
                <a:latin typeface="Bitstream Charter"/>
                <a:ea typeface="Bitstream Charter"/>
                <a:cs typeface="Bitstream Charter"/>
              </a:defRPr>
            </a:lvl2pPr>
            <a:lvl3pPr algn="l">
              <a:defRPr sz="3975" b="1">
                <a:solidFill>
                  <a:srgbClr val="122D3B"/>
                </a:solidFill>
                <a:latin typeface="Bitstream Charter"/>
                <a:ea typeface="Bitstream Charter"/>
                <a:cs typeface="Bitstream Charter"/>
              </a:defRPr>
            </a:lvl3pPr>
            <a:lvl4pPr algn="l">
              <a:defRPr sz="3975" b="1">
                <a:solidFill>
                  <a:srgbClr val="122D3B"/>
                </a:solidFill>
                <a:latin typeface="Bitstream Charter"/>
                <a:ea typeface="Bitstream Charter"/>
                <a:cs typeface="Bitstream Charter"/>
              </a:defRPr>
            </a:lvl4pPr>
            <a:lvl5pPr algn="l">
              <a:defRPr sz="3975" b="1">
                <a:solidFill>
                  <a:srgbClr val="122D3B"/>
                </a:solidFill>
                <a:latin typeface="Bitstream Charter"/>
                <a:ea typeface="Bitstream Charter"/>
                <a:cs typeface="Bitstream Charter"/>
              </a:defRPr>
            </a:lvl5pPr>
            <a:lvl6pPr algn="l">
              <a:defRPr sz="3975" b="1">
                <a:solidFill>
                  <a:srgbClr val="122D3B"/>
                </a:solidFill>
                <a:latin typeface="Bitstream Charter"/>
                <a:ea typeface="Bitstream Charter"/>
                <a:cs typeface="Bitstream Charter"/>
              </a:defRPr>
            </a:lvl6pPr>
            <a:lvl7pPr algn="l">
              <a:defRPr sz="3975" b="1">
                <a:solidFill>
                  <a:srgbClr val="122D3B"/>
                </a:solidFill>
                <a:latin typeface="Bitstream Charter"/>
                <a:ea typeface="Bitstream Charter"/>
                <a:cs typeface="Bitstream Charter"/>
              </a:defRPr>
            </a:lvl7pPr>
            <a:lvl8pPr algn="l">
              <a:defRPr sz="3975" b="1">
                <a:solidFill>
                  <a:srgbClr val="122D3B"/>
                </a:solidFill>
                <a:latin typeface="Bitstream Charter"/>
                <a:ea typeface="Bitstream Charter"/>
                <a:cs typeface="Bitstream Charter"/>
              </a:defRPr>
            </a:lvl8pPr>
            <a:lvl9pPr algn="l">
              <a:defRPr sz="3975" b="1">
                <a:solidFill>
                  <a:srgbClr val="122D3B"/>
                </a:solidFill>
                <a:latin typeface="Bitstream Charter"/>
                <a:ea typeface="Bitstream Charter"/>
                <a:cs typeface="Bitstream Charter"/>
              </a:defRPr>
            </a:lvl9pPr>
          </a:lstStyle>
          <a:p xmlns:a="http://schemas.openxmlformats.org/drawingml/2006/main">
            <a:pPr algn="l">
              <a:defRPr sz="3975" b="1">
                <a:solidFill>
                  <a:srgbClr val="122D3B"/>
                </a:solidFill>
                <a:latin typeface="Bitstream Charter"/>
                <a:ea typeface="Bitstream Charter"/>
                <a:cs typeface="Bitstream Charter"/>
              </a:defRPr>
            </a:pPr>
            <a:r>
              <a:rPr sz="3975" b="1">
                <a:solidFill>
                  <a:srgbClr val="122D3B"/>
                </a:solidFill>
                <a:latin typeface="Bitstream Charter"/>
                <a:ea typeface="Bitstream Charter"/>
                <a:cs typeface="Bitstream Charter"/>
              </a:rPr>
              <a:t>Conclusions, limits and next steps</a:t>
            </a:r>
          </a:p>
        </p:txBody>
      </p:sp>
      <p:sp>
        <p:nvSpPr>
          <p:cNvPr id="2" name="text-1">
            <a:extLst xmlns:a="http://schemas.openxmlformats.org/drawingml/2006/main">
              <a:ext uri="{FF2B5EF4-FFF2-40B4-BE49-F238E27FC236}">
                <a16:creationId xmlns:a16="http://schemas.microsoft.com/office/drawing/2014/main" id="{519A4A91-28DF-42B3-81E4-93B501CBC0D7}"/>
              </a:ext>
            </a:extLst>
          </p:cNvPr>
          <p:cNvSpPr>
            <a:spLocks xmlns:a="http://schemas.openxmlformats.org/drawingml/2006/main" noGrp="1"/>
          </p:cNvSpPr>
          <p:nvPr/>
        </p:nvSpPr>
        <p:spPr>
          <a:xfrm xmlns:a="http://schemas.openxmlformats.org/drawingml/2006/main">
            <a:off x="12477750" y="72961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B7075"/>
                </a:solidFill>
                <a:latin typeface="DejaVu Sans"/>
                <a:ea typeface="DejaVu Sans"/>
                <a:cs typeface="DejaVu Sans"/>
              </a:defRPr>
            </a:defPPr>
            <a:lvl1pPr algn="r">
              <a:defRPr sz="1275" b="0">
                <a:solidFill>
                  <a:srgbClr val="5B7075"/>
                </a:solidFill>
                <a:latin typeface="DejaVu Sans"/>
                <a:ea typeface="DejaVu Sans"/>
                <a:cs typeface="DejaVu Sans"/>
              </a:defRPr>
            </a:lvl1pPr>
            <a:lvl2pPr algn="r">
              <a:defRPr sz="1275" b="0">
                <a:solidFill>
                  <a:srgbClr val="5B7075"/>
                </a:solidFill>
                <a:latin typeface="DejaVu Sans"/>
                <a:ea typeface="DejaVu Sans"/>
                <a:cs typeface="DejaVu Sans"/>
              </a:defRPr>
            </a:lvl2pPr>
            <a:lvl3pPr algn="r">
              <a:defRPr sz="1275" b="0">
                <a:solidFill>
                  <a:srgbClr val="5B7075"/>
                </a:solidFill>
                <a:latin typeface="DejaVu Sans"/>
                <a:ea typeface="DejaVu Sans"/>
                <a:cs typeface="DejaVu Sans"/>
              </a:defRPr>
            </a:lvl3pPr>
            <a:lvl4pPr algn="r">
              <a:defRPr sz="1275" b="0">
                <a:solidFill>
                  <a:srgbClr val="5B7075"/>
                </a:solidFill>
                <a:latin typeface="DejaVu Sans"/>
                <a:ea typeface="DejaVu Sans"/>
                <a:cs typeface="DejaVu Sans"/>
              </a:defRPr>
            </a:lvl4pPr>
            <a:lvl5pPr algn="r">
              <a:defRPr sz="1275" b="0">
                <a:solidFill>
                  <a:srgbClr val="5B7075"/>
                </a:solidFill>
                <a:latin typeface="DejaVu Sans"/>
                <a:ea typeface="DejaVu Sans"/>
                <a:cs typeface="DejaVu Sans"/>
              </a:defRPr>
            </a:lvl5pPr>
            <a:lvl6pPr algn="r">
              <a:defRPr sz="1275" b="0">
                <a:solidFill>
                  <a:srgbClr val="5B7075"/>
                </a:solidFill>
                <a:latin typeface="DejaVu Sans"/>
                <a:ea typeface="DejaVu Sans"/>
                <a:cs typeface="DejaVu Sans"/>
              </a:defRPr>
            </a:lvl6pPr>
            <a:lvl7pPr algn="r">
              <a:defRPr sz="1275" b="0">
                <a:solidFill>
                  <a:srgbClr val="5B7075"/>
                </a:solidFill>
                <a:latin typeface="DejaVu Sans"/>
                <a:ea typeface="DejaVu Sans"/>
                <a:cs typeface="DejaVu Sans"/>
              </a:defRPr>
            </a:lvl7pPr>
            <a:lvl8pPr algn="r">
              <a:defRPr sz="1275" b="0">
                <a:solidFill>
                  <a:srgbClr val="5B7075"/>
                </a:solidFill>
                <a:latin typeface="DejaVu Sans"/>
                <a:ea typeface="DejaVu Sans"/>
                <a:cs typeface="DejaVu Sans"/>
              </a:defRPr>
            </a:lvl8pPr>
            <a:lvl9pPr algn="r">
              <a:defRPr sz="1275" b="0">
                <a:solidFill>
                  <a:srgbClr val="5B7075"/>
                </a:solidFill>
                <a:latin typeface="DejaVu Sans"/>
                <a:ea typeface="DejaVu Sans"/>
                <a:cs typeface="DejaVu Sans"/>
              </a:defRPr>
            </a:lvl9pPr>
          </a:lstStyle>
          <a:p xmlns:a="http://schemas.openxmlformats.org/drawingml/2006/main">
            <a:pPr algn="r">
              <a:defRPr sz="1275" b="0">
                <a:solidFill>
                  <a:srgbClr val="5B7075"/>
                </a:solidFill>
                <a:latin typeface="DejaVu Sans"/>
                <a:ea typeface="DejaVu Sans"/>
                <a:cs typeface="DejaVu Sans"/>
              </a:defRPr>
            </a:pPr>
            <a:r>
              <a:rPr sz="1275" b="0">
                <a:solidFill>
                  <a:srgbClr val="5B7075"/>
                </a:solidFill>
                <a:latin typeface="DejaVu Sans"/>
                <a:ea typeface="DejaVu Sans"/>
                <a:cs typeface="DejaVu Sans"/>
              </a:rPr>
              <a:t>14</a:t>
            </a:r>
          </a:p>
        </p:txBody>
      </p:sp>
      <p:sp>
        <p:nvSpPr>
          <p:cNvPr id="3" name="text-2">
            <a:extLst xmlns:a="http://schemas.openxmlformats.org/drawingml/2006/main">
              <a:ext uri="{FF2B5EF4-FFF2-40B4-BE49-F238E27FC236}">
                <a16:creationId xmlns:a16="http://schemas.microsoft.com/office/drawing/2014/main" id="{7172FADB-7474-4427-A431-3FF59EFEBF97}"/>
              </a:ext>
            </a:extLst>
          </p:cNvPr>
          <p:cNvSpPr>
            <a:spLocks xmlns:a="http://schemas.openxmlformats.org/drawingml/2006/main" noGrp="1"/>
          </p:cNvSpPr>
          <p:nvPr/>
        </p:nvSpPr>
        <p:spPr>
          <a:xfrm xmlns:a="http://schemas.openxmlformats.org/drawingml/2006/main">
            <a:off x="733425" y="157162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Computational contribution</a:t>
            </a:r>
          </a:p>
        </p:txBody>
      </p:sp>
      <p:sp>
        <p:nvSpPr>
          <p:cNvPr id="4" name="text-3">
            <a:extLst xmlns:a="http://schemas.openxmlformats.org/drawingml/2006/main">
              <a:ext uri="{FF2B5EF4-FFF2-40B4-BE49-F238E27FC236}">
                <a16:creationId xmlns:a16="http://schemas.microsoft.com/office/drawing/2014/main" id="{802A7DB6-B005-4DDA-B5B8-36480CD89F41}"/>
              </a:ext>
            </a:extLst>
          </p:cNvPr>
          <p:cNvSpPr>
            <a:spLocks xmlns:a="http://schemas.openxmlformats.org/drawingml/2006/main" noGrp="1"/>
          </p:cNvSpPr>
          <p:nvPr/>
        </p:nvSpPr>
        <p:spPr>
          <a:xfrm xmlns:a="http://schemas.openxmlformats.org/drawingml/2006/main">
            <a:off x="752475" y="2143125"/>
            <a:ext cx="5905500" cy="2371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33B45"/>
                </a:solidFill>
                <a:latin typeface="DejaVu Sans"/>
                <a:ea typeface="DejaVu Sans"/>
                <a:cs typeface="DejaVu Sans"/>
              </a:defRPr>
            </a:defPPr>
            <a:lvl1pPr algn="l">
              <a:defRPr sz="2100" b="0">
                <a:solidFill>
                  <a:srgbClr val="233B45"/>
                </a:solidFill>
                <a:latin typeface="DejaVu Sans"/>
                <a:ea typeface="DejaVu Sans"/>
                <a:cs typeface="DejaVu Sans"/>
              </a:defRPr>
            </a:lvl1pPr>
            <a:lvl2pPr algn="l">
              <a:defRPr sz="2100" b="0">
                <a:solidFill>
                  <a:srgbClr val="233B45"/>
                </a:solidFill>
                <a:latin typeface="DejaVu Sans"/>
                <a:ea typeface="DejaVu Sans"/>
                <a:cs typeface="DejaVu Sans"/>
              </a:defRPr>
            </a:lvl2pPr>
            <a:lvl3pPr algn="l">
              <a:defRPr sz="2100" b="0">
                <a:solidFill>
                  <a:srgbClr val="233B45"/>
                </a:solidFill>
                <a:latin typeface="DejaVu Sans"/>
                <a:ea typeface="DejaVu Sans"/>
                <a:cs typeface="DejaVu Sans"/>
              </a:defRPr>
            </a:lvl3pPr>
            <a:lvl4pPr algn="l">
              <a:defRPr sz="2100" b="0">
                <a:solidFill>
                  <a:srgbClr val="233B45"/>
                </a:solidFill>
                <a:latin typeface="DejaVu Sans"/>
                <a:ea typeface="DejaVu Sans"/>
                <a:cs typeface="DejaVu Sans"/>
              </a:defRPr>
            </a:lvl4pPr>
            <a:lvl5pPr algn="l">
              <a:defRPr sz="2100" b="0">
                <a:solidFill>
                  <a:srgbClr val="233B45"/>
                </a:solidFill>
                <a:latin typeface="DejaVu Sans"/>
                <a:ea typeface="DejaVu Sans"/>
                <a:cs typeface="DejaVu Sans"/>
              </a:defRPr>
            </a:lvl5pPr>
            <a:lvl6pPr algn="l">
              <a:defRPr sz="2100" b="0">
                <a:solidFill>
                  <a:srgbClr val="233B45"/>
                </a:solidFill>
                <a:latin typeface="DejaVu Sans"/>
                <a:ea typeface="DejaVu Sans"/>
                <a:cs typeface="DejaVu Sans"/>
              </a:defRPr>
            </a:lvl6pPr>
            <a:lvl7pPr algn="l">
              <a:defRPr sz="2100" b="0">
                <a:solidFill>
                  <a:srgbClr val="233B45"/>
                </a:solidFill>
                <a:latin typeface="DejaVu Sans"/>
                <a:ea typeface="DejaVu Sans"/>
                <a:cs typeface="DejaVu Sans"/>
              </a:defRPr>
            </a:lvl7pPr>
            <a:lvl8pPr algn="l">
              <a:defRPr sz="2100" b="0">
                <a:solidFill>
                  <a:srgbClr val="233B45"/>
                </a:solidFill>
                <a:latin typeface="DejaVu Sans"/>
                <a:ea typeface="DejaVu Sans"/>
                <a:cs typeface="DejaVu Sans"/>
              </a:defRPr>
            </a:lvl8pPr>
            <a:lvl9pPr algn="l">
              <a:defRPr sz="2100" b="0">
                <a:solidFill>
                  <a:srgbClr val="233B45"/>
                </a:solidFill>
                <a:latin typeface="DejaVu Sans"/>
                <a:ea typeface="DejaVu Sans"/>
                <a:cs typeface="DejaVu Sans"/>
              </a:defRPr>
            </a:lvl9pPr>
          </a:lstStyle>
          <a:p xmlns:a="http://schemas.openxmlformats.org/drawingml/2006/main">
            <a:pPr algn="l">
              <a:defRPr sz="2100" b="0">
                <a:solidFill>
                  <a:srgbClr val="233B45"/>
                </a:solidFill>
                <a:latin typeface="DejaVu Sans"/>
                <a:ea typeface="DejaVu Sans"/>
                <a:cs typeface="DejaVu Sans"/>
              </a:defRPr>
            </a:pPr>
            <a:r>
              <a:rPr sz="2100" b="0">
                <a:solidFill>
                  <a:srgbClr val="233B45"/>
                </a:solidFill>
                <a:latin typeface="DejaVu Sans"/>
                <a:ea typeface="DejaVu Sans"/>
                <a:cs typeface="DejaVu Sans"/>
              </a:rPr>
              <a:t>Directed graph with positive movement costs</a:t>
            </a:r>
          </a:p>
          <a:p xmlns:a="http://schemas.openxmlformats.org/drawingml/2006/main">
            <a:pPr algn="l">
              <a:defRPr sz="2100" b="0">
                <a:solidFill>
                  <a:srgbClr val="233B45"/>
                </a:solidFill>
                <a:latin typeface="DejaVu Sans"/>
                <a:ea typeface="DejaVu Sans"/>
                <a:cs typeface="DejaVu Sans"/>
              </a:defRPr>
            </a:pPr>
            <a:r>
              <a:rPr sz="2100" b="0">
                <a:solidFill>
                  <a:srgbClr val="233B45"/>
                </a:solidFill>
                <a:latin typeface="DejaVu Sans"/>
                <a:ea typeface="DejaVu Sans"/>
                <a:cs typeface="DejaVu Sans"/>
              </a:rPr>
              <a:t>Adjacency lists and a binary min-heap</a:t>
            </a:r>
          </a:p>
          <a:p xmlns:a="http://schemas.openxmlformats.org/drawingml/2006/main">
            <a:pPr algn="l">
              <a:defRPr sz="2100" b="0">
                <a:solidFill>
                  <a:srgbClr val="233B45"/>
                </a:solidFill>
                <a:latin typeface="DejaVu Sans"/>
                <a:ea typeface="DejaVu Sans"/>
                <a:cs typeface="DejaVu Sans"/>
              </a:defRPr>
            </a:pPr>
            <a:r>
              <a:rPr sz="2100" b="0">
                <a:solidFill>
                  <a:srgbClr val="233B45"/>
                </a:solidFill>
                <a:latin typeface="DejaVu Sans"/>
                <a:ea typeface="DejaVu Sans"/>
                <a:cs typeface="DejaVu Sans"/>
              </a:rPr>
              <a:t>Hash maps for relaxation and reconstruction</a:t>
            </a:r>
          </a:p>
          <a:p xmlns:a="http://schemas.openxmlformats.org/drawingml/2006/main">
            <a:pPr algn="l">
              <a:defRPr sz="2100" b="0">
                <a:solidFill>
                  <a:srgbClr val="233B45"/>
                </a:solidFill>
                <a:latin typeface="DejaVu Sans"/>
                <a:ea typeface="DejaVu Sans"/>
                <a:cs typeface="DejaVu Sans"/>
              </a:defRPr>
            </a:pPr>
            <a:r>
              <a:rPr sz="2100" b="0">
                <a:solidFill>
                  <a:srgbClr val="233B45"/>
                </a:solidFill>
                <a:latin typeface="DejaVu Sans"/>
                <a:ea typeface="DejaVu Sans"/>
                <a:cs typeface="DejaVu Sans"/>
              </a:rPr>
              <a:t>Cost objectives with explicit no-route states</a:t>
            </a:r>
          </a:p>
        </p:txBody>
      </p:sp>
      <p:sp>
        <p:nvSpPr>
          <p:cNvPr id="5" name="text-4">
            <a:extLst xmlns:a="http://schemas.openxmlformats.org/drawingml/2006/main">
              <a:ext uri="{FF2B5EF4-FFF2-40B4-BE49-F238E27FC236}">
                <a16:creationId xmlns:a16="http://schemas.microsoft.com/office/drawing/2014/main" id="{2D5A9B08-B46F-4357-8CB7-AA9FB878F96A}"/>
              </a:ext>
            </a:extLst>
          </p:cNvPr>
          <p:cNvSpPr>
            <a:spLocks xmlns:a="http://schemas.openxmlformats.org/drawingml/2006/main" noGrp="1"/>
          </p:cNvSpPr>
          <p:nvPr/>
        </p:nvSpPr>
        <p:spPr>
          <a:xfrm xmlns:a="http://schemas.openxmlformats.org/drawingml/2006/main">
            <a:off x="7810500" y="1571625"/>
            <a:ext cx="523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Current limits</a:t>
            </a:r>
          </a:p>
        </p:txBody>
      </p:sp>
      <p:sp>
        <p:nvSpPr>
          <p:cNvPr id="6" name="text-5">
            <a:extLst xmlns:a="http://schemas.openxmlformats.org/drawingml/2006/main">
              <a:ext uri="{FF2B5EF4-FFF2-40B4-BE49-F238E27FC236}">
                <a16:creationId xmlns:a16="http://schemas.microsoft.com/office/drawing/2014/main" id="{051F2815-4C34-40A6-A358-EF03125E5828}"/>
              </a:ext>
            </a:extLst>
          </p:cNvPr>
          <p:cNvSpPr>
            <a:spLocks xmlns:a="http://schemas.openxmlformats.org/drawingml/2006/main" noGrp="1"/>
          </p:cNvSpPr>
          <p:nvPr/>
        </p:nvSpPr>
        <p:spPr>
          <a:xfrm xmlns:a="http://schemas.openxmlformats.org/drawingml/2006/main">
            <a:off x="7829550" y="2143125"/>
            <a:ext cx="5143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33B45"/>
                </a:solidFill>
                <a:latin typeface="DejaVu Sans"/>
                <a:ea typeface="DejaVu Sans"/>
                <a:cs typeface="DejaVu Sans"/>
              </a:defRPr>
            </a:defPPr>
            <a:lvl1pPr algn="l">
              <a:defRPr sz="1950" b="0">
                <a:solidFill>
                  <a:srgbClr val="233B45"/>
                </a:solidFill>
                <a:latin typeface="DejaVu Sans"/>
                <a:ea typeface="DejaVu Sans"/>
                <a:cs typeface="DejaVu Sans"/>
              </a:defRPr>
            </a:lvl1pPr>
            <a:lvl2pPr algn="l">
              <a:defRPr sz="1950" b="0">
                <a:solidFill>
                  <a:srgbClr val="233B45"/>
                </a:solidFill>
                <a:latin typeface="DejaVu Sans"/>
                <a:ea typeface="DejaVu Sans"/>
                <a:cs typeface="DejaVu Sans"/>
              </a:defRPr>
            </a:lvl2pPr>
            <a:lvl3pPr algn="l">
              <a:defRPr sz="1950" b="0">
                <a:solidFill>
                  <a:srgbClr val="233B45"/>
                </a:solidFill>
                <a:latin typeface="DejaVu Sans"/>
                <a:ea typeface="DejaVu Sans"/>
                <a:cs typeface="DejaVu Sans"/>
              </a:defRPr>
            </a:lvl3pPr>
            <a:lvl4pPr algn="l">
              <a:defRPr sz="1950" b="0">
                <a:solidFill>
                  <a:srgbClr val="233B45"/>
                </a:solidFill>
                <a:latin typeface="DejaVu Sans"/>
                <a:ea typeface="DejaVu Sans"/>
                <a:cs typeface="DejaVu Sans"/>
              </a:defRPr>
            </a:lvl4pPr>
            <a:lvl5pPr algn="l">
              <a:defRPr sz="1950" b="0">
                <a:solidFill>
                  <a:srgbClr val="233B45"/>
                </a:solidFill>
                <a:latin typeface="DejaVu Sans"/>
                <a:ea typeface="DejaVu Sans"/>
                <a:cs typeface="DejaVu Sans"/>
              </a:defRPr>
            </a:lvl5pPr>
            <a:lvl6pPr algn="l">
              <a:defRPr sz="1950" b="0">
                <a:solidFill>
                  <a:srgbClr val="233B45"/>
                </a:solidFill>
                <a:latin typeface="DejaVu Sans"/>
                <a:ea typeface="DejaVu Sans"/>
                <a:cs typeface="DejaVu Sans"/>
              </a:defRPr>
            </a:lvl6pPr>
            <a:lvl7pPr algn="l">
              <a:defRPr sz="1950" b="0">
                <a:solidFill>
                  <a:srgbClr val="233B45"/>
                </a:solidFill>
                <a:latin typeface="DejaVu Sans"/>
                <a:ea typeface="DejaVu Sans"/>
                <a:cs typeface="DejaVu Sans"/>
              </a:defRPr>
            </a:lvl7pPr>
            <a:lvl8pPr algn="l">
              <a:defRPr sz="1950" b="0">
                <a:solidFill>
                  <a:srgbClr val="233B45"/>
                </a:solidFill>
                <a:latin typeface="DejaVu Sans"/>
                <a:ea typeface="DejaVu Sans"/>
                <a:cs typeface="DejaVu Sans"/>
              </a:defRPr>
            </a:lvl8pPr>
            <a:lvl9pPr algn="l">
              <a:defRPr sz="1950" b="0">
                <a:solidFill>
                  <a:srgbClr val="233B45"/>
                </a:solidFill>
                <a:latin typeface="DejaVu Sans"/>
                <a:ea typeface="DejaVu Sans"/>
                <a:cs typeface="DejaVu Sans"/>
              </a:defRPr>
            </a:lvl9pPr>
          </a:lstStyle>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MUJ entrance mapping remains incomplete</a:t>
            </a:r>
          </a:p>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The indoor layout is fictional and unscaled</a:t>
            </a:r>
          </a:p>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No live tracking or field access certification</a:t>
            </a:r>
          </a:p>
        </p:txBody>
      </p:sp>
      <p:sp>
        <p:nvSpPr>
          <p:cNvPr id="7" name="text-6">
            <a:extLst xmlns:a="http://schemas.openxmlformats.org/drawingml/2006/main">
              <a:ext uri="{FF2B5EF4-FFF2-40B4-BE49-F238E27FC236}">
                <a16:creationId xmlns:a16="http://schemas.microsoft.com/office/drawing/2014/main" id="{407513D2-2D13-430E-9BED-E3962C6C3E7D}"/>
              </a:ext>
            </a:extLst>
          </p:cNvPr>
          <p:cNvSpPr>
            <a:spLocks xmlns:a="http://schemas.openxmlformats.org/drawingml/2006/main" noGrp="1"/>
          </p:cNvSpPr>
          <p:nvPr/>
        </p:nvSpPr>
        <p:spPr>
          <a:xfrm xmlns:a="http://schemas.openxmlformats.org/drawingml/2006/main">
            <a:off x="7810500" y="4543425"/>
            <a:ext cx="523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Next steps</a:t>
            </a:r>
          </a:p>
        </p:txBody>
      </p:sp>
      <p:sp>
        <p:nvSpPr>
          <p:cNvPr id="8" name="text-7">
            <a:extLst xmlns:a="http://schemas.openxmlformats.org/drawingml/2006/main">
              <a:ext uri="{FF2B5EF4-FFF2-40B4-BE49-F238E27FC236}">
                <a16:creationId xmlns:a16="http://schemas.microsoft.com/office/drawing/2014/main" id="{0EAC697D-E5A4-47D7-8B9E-A895A0EBD3A9}"/>
              </a:ext>
            </a:extLst>
          </p:cNvPr>
          <p:cNvSpPr>
            <a:spLocks xmlns:a="http://schemas.openxmlformats.org/drawingml/2006/main" noGrp="1"/>
          </p:cNvSpPr>
          <p:nvPr/>
        </p:nvSpPr>
        <p:spPr>
          <a:xfrm xmlns:a="http://schemas.openxmlformats.org/drawingml/2006/main">
            <a:off x="7829550" y="5076825"/>
            <a:ext cx="5143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33B45"/>
                </a:solidFill>
                <a:latin typeface="DejaVu Sans"/>
                <a:ea typeface="DejaVu Sans"/>
                <a:cs typeface="DejaVu Sans"/>
              </a:defRPr>
            </a:defPPr>
            <a:lvl1pPr algn="l">
              <a:defRPr sz="1950" b="0">
                <a:solidFill>
                  <a:srgbClr val="233B45"/>
                </a:solidFill>
                <a:latin typeface="DejaVu Sans"/>
                <a:ea typeface="DejaVu Sans"/>
                <a:cs typeface="DejaVu Sans"/>
              </a:defRPr>
            </a:lvl1pPr>
            <a:lvl2pPr algn="l">
              <a:defRPr sz="1950" b="0">
                <a:solidFill>
                  <a:srgbClr val="233B45"/>
                </a:solidFill>
                <a:latin typeface="DejaVu Sans"/>
                <a:ea typeface="DejaVu Sans"/>
                <a:cs typeface="DejaVu Sans"/>
              </a:defRPr>
            </a:lvl2pPr>
            <a:lvl3pPr algn="l">
              <a:defRPr sz="1950" b="0">
                <a:solidFill>
                  <a:srgbClr val="233B45"/>
                </a:solidFill>
                <a:latin typeface="DejaVu Sans"/>
                <a:ea typeface="DejaVu Sans"/>
                <a:cs typeface="DejaVu Sans"/>
              </a:defRPr>
            </a:lvl3pPr>
            <a:lvl4pPr algn="l">
              <a:defRPr sz="1950" b="0">
                <a:solidFill>
                  <a:srgbClr val="233B45"/>
                </a:solidFill>
                <a:latin typeface="DejaVu Sans"/>
                <a:ea typeface="DejaVu Sans"/>
                <a:cs typeface="DejaVu Sans"/>
              </a:defRPr>
            </a:lvl4pPr>
            <a:lvl5pPr algn="l">
              <a:defRPr sz="1950" b="0">
                <a:solidFill>
                  <a:srgbClr val="233B45"/>
                </a:solidFill>
                <a:latin typeface="DejaVu Sans"/>
                <a:ea typeface="DejaVu Sans"/>
                <a:cs typeface="DejaVu Sans"/>
              </a:defRPr>
            </a:lvl5pPr>
            <a:lvl6pPr algn="l">
              <a:defRPr sz="1950" b="0">
                <a:solidFill>
                  <a:srgbClr val="233B45"/>
                </a:solidFill>
                <a:latin typeface="DejaVu Sans"/>
                <a:ea typeface="DejaVu Sans"/>
                <a:cs typeface="DejaVu Sans"/>
              </a:defRPr>
            </a:lvl6pPr>
            <a:lvl7pPr algn="l">
              <a:defRPr sz="1950" b="0">
                <a:solidFill>
                  <a:srgbClr val="233B45"/>
                </a:solidFill>
                <a:latin typeface="DejaVu Sans"/>
                <a:ea typeface="DejaVu Sans"/>
                <a:cs typeface="DejaVu Sans"/>
              </a:defRPr>
            </a:lvl7pPr>
            <a:lvl8pPr algn="l">
              <a:defRPr sz="1950" b="0">
                <a:solidFill>
                  <a:srgbClr val="233B45"/>
                </a:solidFill>
                <a:latin typeface="DejaVu Sans"/>
                <a:ea typeface="DejaVu Sans"/>
                <a:cs typeface="DejaVu Sans"/>
              </a:defRPr>
            </a:lvl8pPr>
            <a:lvl9pPr algn="l">
              <a:defRPr sz="1950" b="0">
                <a:solidFill>
                  <a:srgbClr val="233B45"/>
                </a:solidFill>
                <a:latin typeface="DejaVu Sans"/>
                <a:ea typeface="DejaVu Sans"/>
                <a:cs typeface="DejaVu Sans"/>
              </a:defRPr>
            </a:lvl9pPr>
          </a:lstStyle>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Authorized plans and entrance surveys</a:t>
            </a:r>
          </a:p>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Reviewed tunnel and indoor transitions</a:t>
            </a:r>
          </a:p>
          <a:p xmlns:a="http://schemas.openxmlformats.org/drawingml/2006/main">
            <a:pPr algn="l">
              <a:defRPr sz="1950" b="0">
                <a:solidFill>
                  <a:srgbClr val="233B45"/>
                </a:solidFill>
                <a:latin typeface="DejaVu Sans"/>
                <a:ea typeface="DejaVu Sans"/>
                <a:cs typeface="DejaVu Sans"/>
              </a:defRPr>
            </a:pPr>
            <a:r>
              <a:rPr sz="1950" b="0">
                <a:solidFill>
                  <a:srgbClr val="233B45"/>
                </a:solidFill>
                <a:latin typeface="DejaVu Sans"/>
                <a:ea typeface="DejaVu Sans"/>
                <a:cs typeface="DejaVu Sans"/>
              </a:rPr>
              <a:t>Device testing and a valid A* heuristic</a:t>
            </a:r>
          </a:p>
        </p:txBody>
      </p:sp>
      <p:sp>
        <p:nvSpPr>
          <p:cNvPr id="9" name="text-8">
            <a:extLst xmlns:a="http://schemas.openxmlformats.org/drawingml/2006/main">
              <a:ext uri="{FF2B5EF4-FFF2-40B4-BE49-F238E27FC236}">
                <a16:creationId xmlns:a16="http://schemas.microsoft.com/office/drawing/2014/main" id="{75B90C69-1307-4B58-8D5D-9FE0134E9A53}"/>
              </a:ext>
            </a:extLst>
          </p:cNvPr>
          <p:cNvSpPr>
            <a:spLocks xmlns:a="http://schemas.openxmlformats.org/drawingml/2006/main" noGrp="1"/>
          </p:cNvSpPr>
          <p:nvPr/>
        </p:nvSpPr>
        <p:spPr>
          <a:xfrm xmlns:a="http://schemas.openxmlformats.org/drawingml/2006/main">
            <a:off x="733425" y="522922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22D3B"/>
                </a:solidFill>
                <a:latin typeface="DejaVu Sans"/>
                <a:ea typeface="DejaVu Sans"/>
                <a:cs typeface="DejaVu Sans"/>
              </a:defRPr>
            </a:defPPr>
            <a:lvl1pPr algn="l">
              <a:defRPr sz="2175" b="1">
                <a:solidFill>
                  <a:srgbClr val="122D3B"/>
                </a:solidFill>
                <a:latin typeface="DejaVu Sans"/>
                <a:ea typeface="DejaVu Sans"/>
                <a:cs typeface="DejaVu Sans"/>
              </a:defRPr>
            </a:lvl1pPr>
            <a:lvl2pPr algn="l">
              <a:defRPr sz="2175" b="1">
                <a:solidFill>
                  <a:srgbClr val="122D3B"/>
                </a:solidFill>
                <a:latin typeface="DejaVu Sans"/>
                <a:ea typeface="DejaVu Sans"/>
                <a:cs typeface="DejaVu Sans"/>
              </a:defRPr>
            </a:lvl2pPr>
            <a:lvl3pPr algn="l">
              <a:defRPr sz="2175" b="1">
                <a:solidFill>
                  <a:srgbClr val="122D3B"/>
                </a:solidFill>
                <a:latin typeface="DejaVu Sans"/>
                <a:ea typeface="DejaVu Sans"/>
                <a:cs typeface="DejaVu Sans"/>
              </a:defRPr>
            </a:lvl3pPr>
            <a:lvl4pPr algn="l">
              <a:defRPr sz="2175" b="1">
                <a:solidFill>
                  <a:srgbClr val="122D3B"/>
                </a:solidFill>
                <a:latin typeface="DejaVu Sans"/>
                <a:ea typeface="DejaVu Sans"/>
                <a:cs typeface="DejaVu Sans"/>
              </a:defRPr>
            </a:lvl4pPr>
            <a:lvl5pPr algn="l">
              <a:defRPr sz="2175" b="1">
                <a:solidFill>
                  <a:srgbClr val="122D3B"/>
                </a:solidFill>
                <a:latin typeface="DejaVu Sans"/>
                <a:ea typeface="DejaVu Sans"/>
                <a:cs typeface="DejaVu Sans"/>
              </a:defRPr>
            </a:lvl5pPr>
            <a:lvl6pPr algn="l">
              <a:defRPr sz="2175" b="1">
                <a:solidFill>
                  <a:srgbClr val="122D3B"/>
                </a:solidFill>
                <a:latin typeface="DejaVu Sans"/>
                <a:ea typeface="DejaVu Sans"/>
                <a:cs typeface="DejaVu Sans"/>
              </a:defRPr>
            </a:lvl6pPr>
            <a:lvl7pPr algn="l">
              <a:defRPr sz="2175" b="1">
                <a:solidFill>
                  <a:srgbClr val="122D3B"/>
                </a:solidFill>
                <a:latin typeface="DejaVu Sans"/>
                <a:ea typeface="DejaVu Sans"/>
                <a:cs typeface="DejaVu Sans"/>
              </a:defRPr>
            </a:lvl7pPr>
            <a:lvl8pPr algn="l">
              <a:defRPr sz="2175" b="1">
                <a:solidFill>
                  <a:srgbClr val="122D3B"/>
                </a:solidFill>
                <a:latin typeface="DejaVu Sans"/>
                <a:ea typeface="DejaVu Sans"/>
                <a:cs typeface="DejaVu Sans"/>
              </a:defRPr>
            </a:lvl8pPr>
            <a:lvl9pPr algn="l">
              <a:defRPr sz="2175" b="1">
                <a:solidFill>
                  <a:srgbClr val="122D3B"/>
                </a:solidFill>
                <a:latin typeface="DejaVu Sans"/>
                <a:ea typeface="DejaVu Sans"/>
                <a:cs typeface="DejaVu Sans"/>
              </a:defRPr>
            </a:lvl9pPr>
          </a:lstStyle>
          <a:p xmlns:a="http://schemas.openxmlformats.org/drawingml/2006/main">
            <a:pPr algn="l">
              <a:defRPr sz="2175" b="1">
                <a:solidFill>
                  <a:srgbClr val="122D3B"/>
                </a:solidFill>
                <a:latin typeface="DejaVu Sans"/>
                <a:ea typeface="DejaVu Sans"/>
                <a:cs typeface="DejaVu Sans"/>
              </a:defRPr>
            </a:pPr>
            <a:r>
              <a:rPr sz="2175" b="1">
                <a:solidFill>
                  <a:srgbClr val="122D3B"/>
                </a:solidFill>
                <a:latin typeface="DejaVu Sans"/>
                <a:ea typeface="DejaVu Sans"/>
                <a:cs typeface="DejaVu Sans"/>
              </a:rPr>
              <a:t>References</a:t>
            </a:r>
          </a:p>
        </p:txBody>
      </p:sp>
      <p:sp>
        <p:nvSpPr>
          <p:cNvPr id="10" name="text-9">
            <a:extLst xmlns:a="http://schemas.openxmlformats.org/drawingml/2006/main">
              <a:ext uri="{FF2B5EF4-FFF2-40B4-BE49-F238E27FC236}">
                <a16:creationId xmlns:a16="http://schemas.microsoft.com/office/drawing/2014/main" id="{F75C3DEC-1A66-43A9-9DAC-234847922651}"/>
              </a:ext>
            </a:extLst>
          </p:cNvPr>
          <p:cNvSpPr>
            <a:spLocks xmlns:a="http://schemas.openxmlformats.org/drawingml/2006/main" noGrp="1"/>
          </p:cNvSpPr>
          <p:nvPr/>
        </p:nvSpPr>
        <p:spPr>
          <a:xfrm xmlns:a="http://schemas.openxmlformats.org/drawingml/2006/main">
            <a:off x="752475" y="5734050"/>
            <a:ext cx="590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233B45"/>
                </a:solidFill>
                <a:latin typeface="DejaVu Sans"/>
                <a:ea typeface="DejaVu Sans"/>
                <a:cs typeface="DejaVu Sans"/>
              </a:defRPr>
            </a:defPPr>
            <a:lvl1pPr algn="l">
              <a:defRPr sz="1725" b="0">
                <a:solidFill>
                  <a:srgbClr val="233B45"/>
                </a:solidFill>
                <a:latin typeface="DejaVu Sans"/>
                <a:ea typeface="DejaVu Sans"/>
                <a:cs typeface="DejaVu Sans"/>
              </a:defRPr>
            </a:lvl1pPr>
            <a:lvl2pPr algn="l">
              <a:defRPr sz="1725" b="0">
                <a:solidFill>
                  <a:srgbClr val="233B45"/>
                </a:solidFill>
                <a:latin typeface="DejaVu Sans"/>
                <a:ea typeface="DejaVu Sans"/>
                <a:cs typeface="DejaVu Sans"/>
              </a:defRPr>
            </a:lvl2pPr>
            <a:lvl3pPr algn="l">
              <a:defRPr sz="1725" b="0">
                <a:solidFill>
                  <a:srgbClr val="233B45"/>
                </a:solidFill>
                <a:latin typeface="DejaVu Sans"/>
                <a:ea typeface="DejaVu Sans"/>
                <a:cs typeface="DejaVu Sans"/>
              </a:defRPr>
            </a:lvl3pPr>
            <a:lvl4pPr algn="l">
              <a:defRPr sz="1725" b="0">
                <a:solidFill>
                  <a:srgbClr val="233B45"/>
                </a:solidFill>
                <a:latin typeface="DejaVu Sans"/>
                <a:ea typeface="DejaVu Sans"/>
                <a:cs typeface="DejaVu Sans"/>
              </a:defRPr>
            </a:lvl4pPr>
            <a:lvl5pPr algn="l">
              <a:defRPr sz="1725" b="0">
                <a:solidFill>
                  <a:srgbClr val="233B45"/>
                </a:solidFill>
                <a:latin typeface="DejaVu Sans"/>
                <a:ea typeface="DejaVu Sans"/>
                <a:cs typeface="DejaVu Sans"/>
              </a:defRPr>
            </a:lvl5pPr>
            <a:lvl6pPr algn="l">
              <a:defRPr sz="1725" b="0">
                <a:solidFill>
                  <a:srgbClr val="233B45"/>
                </a:solidFill>
                <a:latin typeface="DejaVu Sans"/>
                <a:ea typeface="DejaVu Sans"/>
                <a:cs typeface="DejaVu Sans"/>
              </a:defRPr>
            </a:lvl6pPr>
            <a:lvl7pPr algn="l">
              <a:defRPr sz="1725" b="0">
                <a:solidFill>
                  <a:srgbClr val="233B45"/>
                </a:solidFill>
                <a:latin typeface="DejaVu Sans"/>
                <a:ea typeface="DejaVu Sans"/>
                <a:cs typeface="DejaVu Sans"/>
              </a:defRPr>
            </a:lvl7pPr>
            <a:lvl8pPr algn="l">
              <a:defRPr sz="1725" b="0">
                <a:solidFill>
                  <a:srgbClr val="233B45"/>
                </a:solidFill>
                <a:latin typeface="DejaVu Sans"/>
                <a:ea typeface="DejaVu Sans"/>
                <a:cs typeface="DejaVu Sans"/>
              </a:defRPr>
            </a:lvl8pPr>
            <a:lvl9pPr algn="l">
              <a:defRPr sz="1725" b="0">
                <a:solidFill>
                  <a:srgbClr val="233B45"/>
                </a:solidFill>
                <a:latin typeface="DejaVu Sans"/>
                <a:ea typeface="DejaVu Sans"/>
                <a:cs typeface="DejaVu Sans"/>
              </a:defRPr>
            </a:lvl9pPr>
          </a:lstStyle>
          <a:p xmlns:a="http://schemas.openxmlformats.org/drawingml/2006/main">
            <a:pPr algn="l">
              <a:defRPr sz="1725" b="0">
                <a:solidFill>
                  <a:srgbClr val="233B45"/>
                </a:solidFill>
                <a:latin typeface="DejaVu Sans"/>
                <a:ea typeface="DejaVu Sans"/>
                <a:cs typeface="DejaVu Sans"/>
              </a:defRPr>
            </a:pPr>
            <a:r>
              <a:rPr sz="1725" b="0">
                <a:solidFill>
                  <a:srgbClr val="233B45"/>
                </a:solidFill>
                <a:latin typeface="DejaVu Sans"/>
                <a:ea typeface="DejaVu Sans"/>
                <a:cs typeface="DejaVu Sans"/>
              </a:rPr>
              <a:t>SCNS source: commit 136667f</a:t>
            </a:r>
          </a:p>
          <a:p xmlns:a="http://schemas.openxmlformats.org/drawingml/2006/main">
            <a:pPr algn="l">
              <a:defRPr sz="1725" b="0">
                <a:solidFill>
                  <a:srgbClr val="233B45"/>
                </a:solidFill>
                <a:latin typeface="DejaVu Sans"/>
                <a:ea typeface="DejaVu Sans"/>
                <a:cs typeface="DejaVu Sans"/>
              </a:defRPr>
            </a:pPr>
            <a:r>
              <a:rPr sz="1725" b="0">
                <a:solidFill>
                  <a:srgbClr val="233B45"/>
                </a:solidFill>
                <a:latin typeface="DejaVu Sans"/>
                <a:ea typeface="DejaVu Sans"/>
                <a:cs typeface="DejaVu Sans"/>
              </a:rPr>
              <a:t>Dijkstra (1959), doi:10.1007/BF01386390</a:t>
            </a:r>
          </a:p>
          <a:p xmlns:a="http://schemas.openxmlformats.org/drawingml/2006/main">
            <a:pPr algn="l">
              <a:defRPr sz="1725" b="0">
                <a:solidFill>
                  <a:srgbClr val="233B45"/>
                </a:solidFill>
                <a:latin typeface="DejaVu Sans"/>
                <a:ea typeface="DejaVu Sans"/>
                <a:cs typeface="DejaVu Sans"/>
              </a:defRPr>
            </a:pPr>
            <a:r>
              <a:rPr sz="1725" b="0">
                <a:solidFill>
                  <a:srgbClr val="233B45"/>
                </a:solidFill>
                <a:latin typeface="DejaVu Sans"/>
                <a:ea typeface="DejaVu Sans"/>
                <a:cs typeface="DejaVu Sans"/>
              </a:rPr>
              <a:t>Python 3.12 heapq documentation</a:t>
            </a:r>
          </a:p>
        </p:txBody>
      </p:sp>
      <p:sp>
        <p:nvSpPr>
          <p:cNvPr id="11" name="text-10">
            <a:extLst xmlns:a="http://schemas.openxmlformats.org/drawingml/2006/main">
              <a:ext uri="{FF2B5EF4-FFF2-40B4-BE49-F238E27FC236}">
                <a16:creationId xmlns:a16="http://schemas.microsoft.com/office/drawing/2014/main" id="{0F040A54-96D0-428C-879B-9DD28AAFC473}"/>
              </a:ext>
            </a:extLst>
          </p:cNvPr>
          <p:cNvSpPr>
            <a:spLocks xmlns:a="http://schemas.openxmlformats.org/drawingml/2006/main" noGrp="1"/>
          </p:cNvSpPr>
          <p:nvPr/>
        </p:nvSpPr>
        <p:spPr>
          <a:xfrm xmlns:a="http://schemas.openxmlformats.org/drawingml/2006/main">
            <a:off x="752475" y="7086600"/>
            <a:ext cx="1143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92581E"/>
                </a:solidFill>
                <a:latin typeface="DejaVu Sans"/>
                <a:ea typeface="DejaVu Sans"/>
                <a:cs typeface="DejaVu Sans"/>
              </a:defRPr>
            </a:defPPr>
            <a:lvl1pPr algn="l">
              <a:defRPr sz="1650" b="1">
                <a:solidFill>
                  <a:srgbClr val="92581E"/>
                </a:solidFill>
                <a:latin typeface="DejaVu Sans"/>
                <a:ea typeface="DejaVu Sans"/>
                <a:cs typeface="DejaVu Sans"/>
              </a:defRPr>
            </a:lvl1pPr>
            <a:lvl2pPr algn="l">
              <a:defRPr sz="1650" b="1">
                <a:solidFill>
                  <a:srgbClr val="92581E"/>
                </a:solidFill>
                <a:latin typeface="DejaVu Sans"/>
                <a:ea typeface="DejaVu Sans"/>
                <a:cs typeface="DejaVu Sans"/>
              </a:defRPr>
            </a:lvl2pPr>
            <a:lvl3pPr algn="l">
              <a:defRPr sz="1650" b="1">
                <a:solidFill>
                  <a:srgbClr val="92581E"/>
                </a:solidFill>
                <a:latin typeface="DejaVu Sans"/>
                <a:ea typeface="DejaVu Sans"/>
                <a:cs typeface="DejaVu Sans"/>
              </a:defRPr>
            </a:lvl3pPr>
            <a:lvl4pPr algn="l">
              <a:defRPr sz="1650" b="1">
                <a:solidFill>
                  <a:srgbClr val="92581E"/>
                </a:solidFill>
                <a:latin typeface="DejaVu Sans"/>
                <a:ea typeface="DejaVu Sans"/>
                <a:cs typeface="DejaVu Sans"/>
              </a:defRPr>
            </a:lvl4pPr>
            <a:lvl5pPr algn="l">
              <a:defRPr sz="1650" b="1">
                <a:solidFill>
                  <a:srgbClr val="92581E"/>
                </a:solidFill>
                <a:latin typeface="DejaVu Sans"/>
                <a:ea typeface="DejaVu Sans"/>
                <a:cs typeface="DejaVu Sans"/>
              </a:defRPr>
            </a:lvl5pPr>
            <a:lvl6pPr algn="l">
              <a:defRPr sz="1650" b="1">
                <a:solidFill>
                  <a:srgbClr val="92581E"/>
                </a:solidFill>
                <a:latin typeface="DejaVu Sans"/>
                <a:ea typeface="DejaVu Sans"/>
                <a:cs typeface="DejaVu Sans"/>
              </a:defRPr>
            </a:lvl6pPr>
            <a:lvl7pPr algn="l">
              <a:defRPr sz="1650" b="1">
                <a:solidFill>
                  <a:srgbClr val="92581E"/>
                </a:solidFill>
                <a:latin typeface="DejaVu Sans"/>
                <a:ea typeface="DejaVu Sans"/>
                <a:cs typeface="DejaVu Sans"/>
              </a:defRPr>
            </a:lvl7pPr>
            <a:lvl8pPr algn="l">
              <a:defRPr sz="1650" b="1">
                <a:solidFill>
                  <a:srgbClr val="92581E"/>
                </a:solidFill>
                <a:latin typeface="DejaVu Sans"/>
                <a:ea typeface="DejaVu Sans"/>
                <a:cs typeface="DejaVu Sans"/>
              </a:defRPr>
            </a:lvl8pPr>
            <a:lvl9pPr algn="l">
              <a:defRPr sz="1650" b="1">
                <a:solidFill>
                  <a:srgbClr val="92581E"/>
                </a:solidFill>
                <a:latin typeface="DejaVu Sans"/>
                <a:ea typeface="DejaVu Sans"/>
                <a:cs typeface="DejaVu Sans"/>
              </a:defRPr>
            </a:lvl9pPr>
          </a:lstStyle>
          <a:p xmlns:a="http://schemas.openxmlformats.org/drawingml/2006/main">
            <a:pPr algn="l">
              <a:defRPr sz="1650" b="1">
                <a:solidFill>
                  <a:srgbClr val="92581E"/>
                </a:solidFill>
                <a:latin typeface="DejaVu Sans"/>
                <a:ea typeface="DejaVu Sans"/>
                <a:cs typeface="DejaVu Sans"/>
              </a:defRPr>
            </a:pPr>
            <a:r>
              <a:rPr sz="1650" b="1">
                <a:solidFill>
                  <a:srgbClr val="92581E"/>
                </a:solidFill>
                <a:latin typeface="DejaVu Sans"/>
                <a:ea typeface="DejaVu Sans"/>
                <a:cs typeface="DejaVu Sans"/>
                <a:hlinkClick xmlns:r="http://schemas.openxmlformats.org/officeDocument/2006/relationships" r:id="R24f83f5ac00048ab"/>
              </a:rPr>
              <a:t>github.com/shagatron/SCNS</a:t>
            </a:r>
          </a:p>
        </p:txBody>
      </p:sp>
    </p:spTree>
    <p:extLst>
      <p:ext uri="{BB962C8B-B14F-4D97-AF65-F5344CB8AC3E}">
        <p14:creationId xmlns:p14="http://schemas.microsoft.com/office/powerpoint/2010/main" val="16296181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2026-10-18T19:05:09.8940000Z</dcterms:created>
  <dcterms:modified xsi:type="dcterms:W3CDTF">2026-10-18T19:05:09.8940000Z</dcterms:modified>
</coreProperties>
</file>